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Lst>
  <p:notesMasterIdLst>
    <p:notesMasterId r:id="rId19"/>
  </p:notesMasterIdLst>
  <p:sldIdLst>
    <p:sldId id="256"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goFBlAJFwe+FL4Jf/WVq947Obh4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3FCB00B-E1B8-48AF-B314-68CAA128A96C}">
  <a:tblStyle styleId="{E3FCB00B-E1B8-48AF-B314-68CAA128A96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DFD"/>
          </a:solidFill>
        </a:fill>
      </a:tcStyle>
    </a:wholeTbl>
    <a:band1H>
      <a:tcTxStyle b="off" i="off"/>
      <a:tcStyle>
        <a:tcBdr/>
        <a:fill>
          <a:solidFill>
            <a:srgbClr val="CDD8FB"/>
          </a:solidFill>
        </a:fill>
      </a:tcStyle>
    </a:band1H>
    <a:band2H>
      <a:tcTxStyle b="off" i="off"/>
      <a:tcStyle>
        <a:tcBdr/>
      </a:tcStyle>
    </a:band2H>
    <a:band1V>
      <a:tcTxStyle b="off" i="off"/>
      <a:tcStyle>
        <a:tcBdr/>
        <a:fill>
          <a:solidFill>
            <a:srgbClr val="CDD8FB"/>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DBE96F69-2C34-4FEE-967F-594EBDB5DDB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13"/>
    <p:restoredTop sz="94637"/>
  </p:normalViewPr>
  <p:slideViewPr>
    <p:cSldViewPr snapToGrid="0">
      <p:cViewPr varScale="1">
        <p:scale>
          <a:sx n="196" d="100"/>
          <a:sy n="196" d="100"/>
        </p:scale>
        <p:origin x="184" y="21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 name="Google Shape;6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2: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4" name="Google Shape;7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6: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6dabcc8b32_1_3: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g36dabcc8b32_1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6dabcc8b3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6dabcc8b3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6dabcc8b32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6dabcc8b32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6dabcc8b32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6dabcc8b32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6dabcc8b32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6dabcc8b32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6dabcc8b32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6dabcc8b32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6dabcc8b32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6dabcc8b32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2: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3: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4: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6" name="Google Shape;17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6dabcc8b32_1_26: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4" name="Google Shape;184;g36dabcc8b32_1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6: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1" name="Google Shape;19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9"/>
        <p:cNvGrpSpPr/>
        <p:nvPr/>
      </p:nvGrpSpPr>
      <p:grpSpPr>
        <a:xfrm>
          <a:off x="0" y="0"/>
          <a:ext cx="0" cy="0"/>
          <a:chOff x="0" y="0"/>
          <a:chExt cx="0" cy="0"/>
        </a:xfrm>
      </p:grpSpPr>
      <p:sp>
        <p:nvSpPr>
          <p:cNvPr id="10" name="Google Shape;10;p18"/>
          <p:cNvSpPr/>
          <p:nvPr/>
        </p:nvSpPr>
        <p:spPr>
          <a:xfrm>
            <a:off x="0" y="0"/>
            <a:ext cx="4506900" cy="5143500"/>
          </a:xfrm>
          <a:prstGeom prst="rect">
            <a:avLst/>
          </a:prstGeom>
          <a:solidFill>
            <a:srgbClr val="ECEAD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 name="Google Shape;11;p18"/>
          <p:cNvSpPr/>
          <p:nvPr/>
        </p:nvSpPr>
        <p:spPr>
          <a:xfrm>
            <a:off x="923605" y="2414725"/>
            <a:ext cx="91500" cy="329100"/>
          </a:xfrm>
          <a:prstGeom prst="rect">
            <a:avLst/>
          </a:prstGeom>
          <a:solidFill>
            <a:srgbClr val="D8C87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 name="Google Shape;12;p18"/>
          <p:cNvSpPr txBox="1">
            <a:spLocks noGrp="1"/>
          </p:cNvSpPr>
          <p:nvPr>
            <p:ph type="ctrTitle"/>
          </p:nvPr>
        </p:nvSpPr>
        <p:spPr>
          <a:xfrm>
            <a:off x="4766563" y="2646501"/>
            <a:ext cx="3981300" cy="261600"/>
          </a:xfrm>
          <a:prstGeom prst="rect">
            <a:avLst/>
          </a:prstGeom>
          <a:noFill/>
          <a:ln>
            <a:noFill/>
          </a:ln>
        </p:spPr>
        <p:txBody>
          <a:bodyPr spcFirstLastPara="1" wrap="square" lIns="68575" tIns="34275" rIns="68575" bIns="34275" anchor="b" anchorCtr="0">
            <a:normAutofit/>
          </a:bodyPr>
          <a:lstStyle>
            <a:lvl1pPr lvl="0" algn="r">
              <a:lnSpc>
                <a:spcPct val="90000"/>
              </a:lnSpc>
              <a:spcBef>
                <a:spcPts val="0"/>
              </a:spcBef>
              <a:spcAft>
                <a:spcPts val="0"/>
              </a:spcAft>
              <a:buClr>
                <a:srgbClr val="595959"/>
              </a:buClr>
              <a:buSzPts val="1800"/>
              <a:buFont typeface="MS PGothic"/>
              <a:buNone/>
              <a:defRPr sz="1800" b="0" i="0">
                <a:solidFill>
                  <a:srgbClr val="595959"/>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 name="Google Shape;13;p18"/>
          <p:cNvSpPr txBox="1">
            <a:spLocks noGrp="1"/>
          </p:cNvSpPr>
          <p:nvPr>
            <p:ph type="subTitle" idx="1"/>
          </p:nvPr>
        </p:nvSpPr>
        <p:spPr>
          <a:xfrm>
            <a:off x="6016628" y="3936670"/>
            <a:ext cx="2731200" cy="819600"/>
          </a:xfrm>
          <a:prstGeom prst="rect">
            <a:avLst/>
          </a:prstGeom>
          <a:noFill/>
          <a:ln>
            <a:noFill/>
          </a:ln>
        </p:spPr>
        <p:txBody>
          <a:bodyPr spcFirstLastPara="1" wrap="square" lIns="68575" tIns="34275" rIns="68575" bIns="34275" anchor="t" anchorCtr="0">
            <a:normAutofit/>
          </a:bodyPr>
          <a:lstStyle>
            <a:lvl1pPr lvl="0" algn="r">
              <a:lnSpc>
                <a:spcPct val="100000"/>
              </a:lnSpc>
              <a:spcBef>
                <a:spcPts val="800"/>
              </a:spcBef>
              <a:spcAft>
                <a:spcPts val="0"/>
              </a:spcAft>
              <a:buClr>
                <a:srgbClr val="595959"/>
              </a:buClr>
              <a:buSzPts val="1200"/>
              <a:buNone/>
              <a:defRPr sz="1200">
                <a:solidFill>
                  <a:srgbClr val="595959"/>
                </a:solidFill>
                <a:latin typeface="Arial"/>
                <a:ea typeface="Arial"/>
                <a:cs typeface="Arial"/>
                <a:sym typeface="Aria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pic>
        <p:nvPicPr>
          <p:cNvPr id="14" name="Google Shape;14;p18"/>
          <p:cNvPicPr preferRelativeResize="0"/>
          <p:nvPr/>
        </p:nvPicPr>
        <p:blipFill rotWithShape="1">
          <a:blip r:embed="rId2">
            <a:alphaModFix/>
          </a:blip>
          <a:srcRect/>
          <a:stretch/>
        </p:blipFill>
        <p:spPr>
          <a:xfrm>
            <a:off x="1144196" y="2440948"/>
            <a:ext cx="2375880" cy="26160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p:cSld name="タイトルとコンテンツ">
    <p:spTree>
      <p:nvGrpSpPr>
        <p:cNvPr id="1" name="Shape 19"/>
        <p:cNvGrpSpPr/>
        <p:nvPr/>
      </p:nvGrpSpPr>
      <p:grpSpPr>
        <a:xfrm>
          <a:off x="0" y="0"/>
          <a:ext cx="0" cy="0"/>
          <a:chOff x="0" y="0"/>
          <a:chExt cx="0" cy="0"/>
        </a:xfrm>
      </p:grpSpPr>
      <p:sp>
        <p:nvSpPr>
          <p:cNvPr id="20" name="Google Shape;20;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rgbClr val="000000"/>
              </a:buClr>
              <a:buSzPts val="1100"/>
              <a:buFont typeface="Arial"/>
              <a:buNone/>
              <a:defRPr sz="900" b="1" i="0" u="none" strike="noStrike" cap="none">
                <a:solidFill>
                  <a:srgbClr val="7F7F7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21" name="Google Shape;21;p20"/>
          <p:cNvSpPr txBox="1">
            <a:spLocks noGrp="1"/>
          </p:cNvSpPr>
          <p:nvPr>
            <p:ph type="sldNum" idx="12"/>
          </p:nvPr>
        </p:nvSpPr>
        <p:spPr>
          <a:xfrm>
            <a:off x="6935028" y="4733925"/>
            <a:ext cx="2057400" cy="273900"/>
          </a:xfrm>
          <a:prstGeom prst="rect">
            <a:avLst/>
          </a:prstGeom>
          <a:noFill/>
          <a:ln>
            <a:noFill/>
          </a:ln>
        </p:spPr>
        <p:txBody>
          <a:bodyPr spcFirstLastPara="1" wrap="square" lIns="68575" tIns="34275" rIns="68575" bIns="3427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2" name="Google Shape;22;p20"/>
          <p:cNvPicPr preferRelativeResize="0"/>
          <p:nvPr/>
        </p:nvPicPr>
        <p:blipFill rotWithShape="1">
          <a:blip r:embed="rId2">
            <a:alphaModFix/>
          </a:blip>
          <a:srcRect/>
          <a:stretch/>
        </p:blipFill>
        <p:spPr>
          <a:xfrm>
            <a:off x="7581638" y="316337"/>
            <a:ext cx="1121343" cy="123470"/>
          </a:xfrm>
          <a:prstGeom prst="rect">
            <a:avLst/>
          </a:prstGeom>
          <a:noFill/>
          <a:ln>
            <a:noFill/>
          </a:ln>
        </p:spPr>
      </p:pic>
      <p:sp>
        <p:nvSpPr>
          <p:cNvPr id="23" name="Google Shape;23;p20"/>
          <p:cNvSpPr txBox="1">
            <a:spLocks noGrp="1"/>
          </p:cNvSpPr>
          <p:nvPr>
            <p:ph type="title"/>
          </p:nvPr>
        </p:nvSpPr>
        <p:spPr>
          <a:xfrm>
            <a:off x="583635" y="222235"/>
            <a:ext cx="4528200" cy="3279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595959"/>
              </a:buClr>
              <a:buSzPts val="2400"/>
              <a:buFont typeface="MS PGothic"/>
              <a:buNone/>
              <a:defRPr sz="2400" b="0">
                <a:solidFill>
                  <a:srgbClr val="595959"/>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20"/>
          <p:cNvSpPr/>
          <p:nvPr/>
        </p:nvSpPr>
        <p:spPr>
          <a:xfrm>
            <a:off x="492255" y="250466"/>
            <a:ext cx="91500" cy="281700"/>
          </a:xfrm>
          <a:prstGeom prst="rect">
            <a:avLst/>
          </a:prstGeom>
          <a:solidFill>
            <a:srgbClr val="D8C87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2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7" name="Google Shape;27;p2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8" name="Google Shape;28;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2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1" name="Google Shape;31;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4" name="Google Shape;34;p2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5" name="Google Shape;3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6"/>
        <p:cNvGrpSpPr/>
        <p:nvPr/>
      </p:nvGrpSpPr>
      <p:grpSpPr>
        <a:xfrm>
          <a:off x="0" y="0"/>
          <a:ext cx="0" cy="0"/>
          <a:chOff x="0" y="0"/>
          <a:chExt cx="0" cy="0"/>
        </a:xfrm>
      </p:grpSpPr>
      <p:sp>
        <p:nvSpPr>
          <p:cNvPr id="37" name="Google Shape;37;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8" name="Google Shape;38;p2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9" name="Google Shape;39;p2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0" name="Google Shape;40;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3" name="Google Shape;43;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4"/>
        <p:cNvGrpSpPr/>
        <p:nvPr/>
      </p:nvGrpSpPr>
      <p:grpSpPr>
        <a:xfrm>
          <a:off x="0" y="0"/>
          <a:ext cx="0" cy="0"/>
          <a:chOff x="0" y="0"/>
          <a:chExt cx="0" cy="0"/>
        </a:xfrm>
      </p:grpSpPr>
      <p:sp>
        <p:nvSpPr>
          <p:cNvPr id="45" name="Google Shape;45;p2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6" name="Google Shape;46;p2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7" name="Google Shape;47;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8"/>
        <p:cNvGrpSpPr/>
        <p:nvPr/>
      </p:nvGrpSpPr>
      <p:grpSpPr>
        <a:xfrm>
          <a:off x="0" y="0"/>
          <a:ext cx="0" cy="0"/>
          <a:chOff x="0" y="0"/>
          <a:chExt cx="0" cy="0"/>
        </a:xfrm>
      </p:grpSpPr>
      <p:sp>
        <p:nvSpPr>
          <p:cNvPr id="49" name="Google Shape;49;p2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50" name="Google Shape;50;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1"/>
        <p:cNvGrpSpPr/>
        <p:nvPr/>
      </p:nvGrpSpPr>
      <p:grpSpPr>
        <a:xfrm>
          <a:off x="0" y="0"/>
          <a:ext cx="0" cy="0"/>
          <a:chOff x="0" y="0"/>
          <a:chExt cx="0" cy="0"/>
        </a:xfrm>
      </p:grpSpPr>
      <p:sp>
        <p:nvSpPr>
          <p:cNvPr id="52" name="Google Shape;52;p2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2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4" name="Google Shape;54;p2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5" name="Google Shape;55;p2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6" name="Google Shape;56;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7"/>
        <p:cNvGrpSpPr/>
        <p:nvPr/>
      </p:nvGrpSpPr>
      <p:grpSpPr>
        <a:xfrm>
          <a:off x="0" y="0"/>
          <a:ext cx="0" cy="0"/>
          <a:chOff x="0" y="0"/>
          <a:chExt cx="0" cy="0"/>
        </a:xfrm>
      </p:grpSpPr>
      <p:sp>
        <p:nvSpPr>
          <p:cNvPr id="58" name="Google Shape;58;p2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9" name="Google Shape;5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0"/>
        <p:cNvGrpSpPr/>
        <p:nvPr/>
      </p:nvGrpSpPr>
      <p:grpSpPr>
        <a:xfrm>
          <a:off x="0" y="0"/>
          <a:ext cx="0" cy="0"/>
          <a:chOff x="0" y="0"/>
          <a:chExt cx="0" cy="0"/>
        </a:xfrm>
      </p:grpSpPr>
      <p:sp>
        <p:nvSpPr>
          <p:cNvPr id="61" name="Google Shape;61;p3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2" name="Google Shape;62;p3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3" name="Google Shape;63;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5" name="Google Shape;65;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17"/>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Google Shape;8;p17"/>
          <p:cNvSpPr txBox="1">
            <a:spLocks noGrp="1"/>
          </p:cNvSpPr>
          <p:nvPr>
            <p:ph type="sldNum" idx="12"/>
          </p:nvPr>
        </p:nvSpPr>
        <p:spPr>
          <a:xfrm>
            <a:off x="6935028" y="4733925"/>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5"/>
        <p:cNvGrpSpPr/>
        <p:nvPr/>
      </p:nvGrpSpPr>
      <p:grpSpPr>
        <a:xfrm>
          <a:off x="0" y="0"/>
          <a:ext cx="0" cy="0"/>
          <a:chOff x="0" y="0"/>
          <a:chExt cx="0" cy="0"/>
        </a:xfrm>
      </p:grpSpPr>
      <p:sp>
        <p:nvSpPr>
          <p:cNvPr id="16" name="Google Shape;1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7" name="Google Shape;17;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8" name="Google Shape;1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yoso.sp.netkeiba.com/masters/ai2026_studen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
          <p:cNvSpPr txBox="1">
            <a:spLocks noGrp="1"/>
          </p:cNvSpPr>
          <p:nvPr>
            <p:ph type="subTitle" idx="1"/>
          </p:nvPr>
        </p:nvSpPr>
        <p:spPr>
          <a:xfrm>
            <a:off x="6016628" y="4198273"/>
            <a:ext cx="2731200" cy="709989"/>
          </a:xfrm>
          <a:prstGeom prst="rect">
            <a:avLst/>
          </a:prstGeom>
          <a:noFill/>
          <a:ln>
            <a:noFill/>
          </a:ln>
        </p:spPr>
        <p:txBody>
          <a:bodyPr spcFirstLastPara="1" wrap="square" lIns="68575" tIns="34275" rIns="68575" bIns="34275" anchor="t" anchorCtr="0">
            <a:noAutofit/>
          </a:bodyPr>
          <a:lstStyle/>
          <a:p>
            <a:pPr marL="127000" lvl="0" indent="-127000" algn="r" rtl="0">
              <a:lnSpc>
                <a:spcPct val="85000"/>
              </a:lnSpc>
              <a:spcBef>
                <a:spcPts val="0"/>
              </a:spcBef>
              <a:spcAft>
                <a:spcPts val="0"/>
              </a:spcAft>
              <a:buClr>
                <a:schemeClr val="dk1"/>
              </a:buClr>
              <a:buSzPts val="900"/>
              <a:buFont typeface="Arial"/>
              <a:buNone/>
            </a:pPr>
            <a:r>
              <a:rPr lang="en-US" sz="900" dirty="0" err="1">
                <a:solidFill>
                  <a:schemeClr val="dk1"/>
                </a:solidFill>
              </a:rPr>
              <a:t>株式会社ネットドリーマーズ</a:t>
            </a:r>
            <a:r>
              <a:rPr lang="en-US" sz="900" dirty="0">
                <a:solidFill>
                  <a:schemeClr val="dk1"/>
                </a:solidFill>
              </a:rPr>
              <a:t> </a:t>
            </a:r>
            <a:endParaRPr sz="900" dirty="0">
              <a:solidFill>
                <a:schemeClr val="dk1"/>
              </a:solidFill>
            </a:endParaRPr>
          </a:p>
          <a:p>
            <a:pPr marL="127000" lvl="0" indent="-127000" algn="r" rtl="0">
              <a:lnSpc>
                <a:spcPct val="85000"/>
              </a:lnSpc>
              <a:spcBef>
                <a:spcPts val="1000"/>
              </a:spcBef>
              <a:spcAft>
                <a:spcPts val="0"/>
              </a:spcAft>
              <a:buClr>
                <a:schemeClr val="dk1"/>
              </a:buClr>
              <a:buSzPts val="900"/>
              <a:buFont typeface="Arial"/>
              <a:buNone/>
            </a:pPr>
            <a:r>
              <a:rPr lang="en-US" sz="900" dirty="0" err="1">
                <a:solidFill>
                  <a:schemeClr val="dk1"/>
                </a:solidFill>
              </a:rPr>
              <a:t>予想サービス事業部</a:t>
            </a:r>
            <a:endParaRPr sz="900" dirty="0">
              <a:solidFill>
                <a:schemeClr val="dk1"/>
              </a:solidFill>
            </a:endParaRPr>
          </a:p>
          <a:p>
            <a:pPr marL="127000" lvl="0" indent="-127000" algn="r" rtl="0">
              <a:lnSpc>
                <a:spcPct val="85000"/>
              </a:lnSpc>
              <a:spcBef>
                <a:spcPts val="1000"/>
              </a:spcBef>
              <a:spcAft>
                <a:spcPts val="0"/>
              </a:spcAft>
              <a:buClr>
                <a:schemeClr val="dk1"/>
              </a:buClr>
              <a:buSzPts val="900"/>
              <a:buFont typeface="Arial"/>
              <a:buNone/>
            </a:pPr>
            <a:r>
              <a:rPr lang="en-US" sz="900" dirty="0">
                <a:solidFill>
                  <a:schemeClr val="dk1"/>
                </a:solidFill>
              </a:rPr>
              <a:t>谷</a:t>
            </a:r>
            <a:endParaRPr sz="900" dirty="0">
              <a:solidFill>
                <a:schemeClr val="dk1"/>
              </a:solidFill>
            </a:endParaRPr>
          </a:p>
        </p:txBody>
      </p:sp>
      <p:sp>
        <p:nvSpPr>
          <p:cNvPr id="71" name="Google Shape;71;p1"/>
          <p:cNvSpPr txBox="1"/>
          <p:nvPr/>
        </p:nvSpPr>
        <p:spPr>
          <a:xfrm>
            <a:off x="4572000" y="2321557"/>
            <a:ext cx="4338670" cy="463500"/>
          </a:xfrm>
          <a:prstGeom prst="rect">
            <a:avLst/>
          </a:prstGeom>
          <a:noFill/>
          <a:ln>
            <a:noFill/>
          </a:ln>
        </p:spPr>
        <p:txBody>
          <a:bodyPr spcFirstLastPara="1" wrap="square" lIns="68575" tIns="34275" rIns="68575" bIns="34275" anchor="b" anchorCtr="0">
            <a:noAutofit/>
          </a:bodyPr>
          <a:lstStyle/>
          <a:p>
            <a:pPr marL="0" marR="0" lvl="0" indent="0" algn="ctr" rtl="0">
              <a:lnSpc>
                <a:spcPct val="90000"/>
              </a:lnSpc>
              <a:spcBef>
                <a:spcPts val="0"/>
              </a:spcBef>
              <a:spcAft>
                <a:spcPts val="0"/>
              </a:spcAft>
              <a:buClr>
                <a:srgbClr val="595959"/>
              </a:buClr>
              <a:buSzPts val="3000"/>
              <a:buFont typeface="MS PGothic"/>
              <a:buNone/>
            </a:pPr>
            <a:r>
              <a:rPr lang="en-US" sz="2000" b="0" i="0" u="none" strike="noStrike" cap="none">
                <a:solidFill>
                  <a:srgbClr val="000000"/>
                </a:solidFill>
                <a:latin typeface="Arial"/>
                <a:ea typeface="Arial"/>
                <a:cs typeface="Arial"/>
                <a:sym typeface="Arial"/>
              </a:rPr>
              <a:t>AI競馬予想マスターズ</a:t>
            </a:r>
            <a:endParaRPr sz="20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595959"/>
              </a:buClr>
              <a:buSzPts val="3000"/>
              <a:buFont typeface="MS PGothic"/>
              <a:buNone/>
            </a:pPr>
            <a:r>
              <a:rPr lang="en-US" sz="2000" b="0" i="0" u="none" strike="noStrike" cap="none">
                <a:solidFill>
                  <a:srgbClr val="000000"/>
                </a:solidFill>
                <a:latin typeface="Arial"/>
                <a:ea typeface="Arial"/>
                <a:cs typeface="Arial"/>
                <a:sym typeface="Arial"/>
              </a:rPr>
              <a:t>参加マニュアル</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2"/>
          <p:cNvSpPr txBox="1"/>
          <p:nvPr/>
        </p:nvSpPr>
        <p:spPr>
          <a:xfrm>
            <a:off x="573375" y="174900"/>
            <a:ext cx="1960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2"/>
          <p:cNvSpPr txBox="1"/>
          <p:nvPr/>
        </p:nvSpPr>
        <p:spPr>
          <a:xfrm>
            <a:off x="573362" y="268209"/>
            <a:ext cx="6583087" cy="306900"/>
          </a:xfrm>
          <a:prstGeom prst="rect">
            <a:avLst/>
          </a:prstGeom>
          <a:noFill/>
          <a:ln>
            <a:noFill/>
          </a:ln>
        </p:spPr>
        <p:txBody>
          <a:bodyPr spcFirstLastPara="1" wrap="square" lIns="102825" tIns="51400" rIns="102825" bIns="51400" anchor="ctr" anchorCtr="0">
            <a:noAutofit/>
          </a:bodyPr>
          <a:lstStyle/>
          <a:p>
            <a:pPr marL="0" marR="0" lvl="0" indent="0" algn="l" rtl="0">
              <a:lnSpc>
                <a:spcPct val="90000"/>
              </a:lnSpc>
              <a:spcBef>
                <a:spcPts val="0"/>
              </a:spcBef>
              <a:spcAft>
                <a:spcPts val="0"/>
              </a:spcAft>
              <a:buClr>
                <a:srgbClr val="000000"/>
              </a:buClr>
              <a:buSzPts val="2000"/>
              <a:buFont typeface="Arial"/>
              <a:buNone/>
            </a:pPr>
            <a:r>
              <a:rPr lang="en-US" sz="2000" b="1" i="0" u="none" strike="noStrike" cap="none" dirty="0">
                <a:solidFill>
                  <a:srgbClr val="000000"/>
                </a:solidFill>
                <a:latin typeface="Arial"/>
                <a:ea typeface="Arial"/>
                <a:cs typeface="Arial"/>
                <a:sym typeface="Arial"/>
              </a:rPr>
              <a:t>AI競馬予想マスターズ2026</a:t>
            </a:r>
            <a:r>
              <a:rPr lang="en-US" sz="2000" b="1" dirty="0"/>
              <a:t> </a:t>
            </a:r>
            <a:r>
              <a:rPr lang="en-US" sz="2000" b="1" dirty="0" err="1"/>
              <a:t>学生大会とは</a:t>
            </a:r>
            <a:endParaRPr sz="2000" b="0" i="0" u="none" strike="noStrike" cap="none" dirty="0">
              <a:solidFill>
                <a:srgbClr val="000000"/>
              </a:solidFill>
              <a:latin typeface="Arial"/>
              <a:ea typeface="Arial"/>
              <a:cs typeface="Arial"/>
              <a:sym typeface="Arial"/>
            </a:endParaRPr>
          </a:p>
        </p:txBody>
      </p:sp>
      <p:sp>
        <p:nvSpPr>
          <p:cNvPr id="78" name="Google Shape;78;p2"/>
          <p:cNvSpPr txBox="1"/>
          <p:nvPr/>
        </p:nvSpPr>
        <p:spPr>
          <a:xfrm>
            <a:off x="751050" y="1664414"/>
            <a:ext cx="7641900" cy="2086800"/>
          </a:xfrm>
          <a:prstGeom prst="rect">
            <a:avLst/>
          </a:prstGeom>
          <a:noFill/>
          <a:ln>
            <a:noFill/>
          </a:ln>
        </p:spPr>
        <p:txBody>
          <a:bodyPr spcFirstLastPara="1" wrap="square" lIns="91425" tIns="91425" rIns="91425" bIns="91425" anchor="t" anchorCtr="0">
            <a:noAutofit/>
          </a:bodyPr>
          <a:lstStyle/>
          <a:p>
            <a:r>
              <a:rPr lang="en" sz="1800" dirty="0" err="1">
                <a:solidFill>
                  <a:schemeClr val="dk2"/>
                </a:solidFill>
              </a:rPr>
              <a:t>netkeiba</a:t>
            </a:r>
            <a:r>
              <a:rPr lang="ja-JP" altLang="en-US" sz="1800">
                <a:solidFill>
                  <a:schemeClr val="dk2"/>
                </a:solidFill>
              </a:rPr>
              <a:t>と</a:t>
            </a:r>
            <a:r>
              <a:rPr lang="en" sz="1800" dirty="0">
                <a:solidFill>
                  <a:schemeClr val="dk2"/>
                </a:solidFill>
              </a:rPr>
              <a:t>JRA-VAN</a:t>
            </a:r>
            <a:r>
              <a:rPr lang="ja-JP" altLang="en-US" sz="1800">
                <a:solidFill>
                  <a:schemeClr val="dk2"/>
                </a:solidFill>
              </a:rPr>
              <a:t>が共催する、競馬データを活用した学生向けの機械学習コンペティションです。</a:t>
            </a:r>
            <a:endParaRPr lang="en-US" altLang="ja-JP" sz="1800" dirty="0">
              <a:solidFill>
                <a:schemeClr val="dk2"/>
              </a:solidFill>
            </a:endParaRPr>
          </a:p>
          <a:p>
            <a:br>
              <a:rPr lang="ja-JP" altLang="en-US" sz="1800">
                <a:solidFill>
                  <a:schemeClr val="dk2"/>
                </a:solidFill>
              </a:rPr>
            </a:br>
            <a:r>
              <a:rPr lang="ja-JP" altLang="en-US" sz="1800">
                <a:solidFill>
                  <a:schemeClr val="dk2"/>
                </a:solidFill>
              </a:rPr>
              <a:t>参加者は予測モデルの開発を通じて、データ分析や機械学習の実践力を競い合います。データサイエンスの基礎から応用までを学べる貴重な機会となっています。</a:t>
            </a:r>
            <a:endParaRPr sz="1800" dirty="0">
              <a:solidFill>
                <a:schemeClr val="dk2"/>
              </a:solidFill>
            </a:endParaRPr>
          </a:p>
        </p:txBody>
      </p:sp>
      <p:sp>
        <p:nvSpPr>
          <p:cNvPr id="3" name="テキスト ボックス 2">
            <a:extLst>
              <a:ext uri="{FF2B5EF4-FFF2-40B4-BE49-F238E27FC236}">
                <a16:creationId xmlns:a16="http://schemas.microsoft.com/office/drawing/2014/main" id="{3931FF88-7B01-AFB8-02CE-4F6189D868E8}"/>
              </a:ext>
            </a:extLst>
          </p:cNvPr>
          <p:cNvSpPr txBox="1"/>
          <p:nvPr/>
        </p:nvSpPr>
        <p:spPr>
          <a:xfrm>
            <a:off x="751050" y="965873"/>
            <a:ext cx="4572000" cy="307777"/>
          </a:xfrm>
          <a:prstGeom prst="rect">
            <a:avLst/>
          </a:prstGeom>
          <a:noFill/>
        </p:spPr>
        <p:txBody>
          <a:bodyPr wrap="square">
            <a:spAutoFit/>
          </a:bodyPr>
          <a:lstStyle/>
          <a:p>
            <a:r>
              <a:rPr lang="ja-JP" altLang="en-US">
                <a:hlinkClick r:id="rId3"/>
              </a:rPr>
              <a:t>https://yoso.sp.netkeiba.com/masters/ai2026_student/</a:t>
            </a:r>
            <a:endParaRPr lang="en-US" altLang="ja-JP"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4"/>
          <p:cNvSpPr txBox="1"/>
          <p:nvPr/>
        </p:nvSpPr>
        <p:spPr>
          <a:xfrm>
            <a:off x="742193" y="1232704"/>
            <a:ext cx="7659600" cy="26781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500"/>
              <a:buFont typeface="Arial"/>
              <a:buNone/>
            </a:pPr>
            <a:r>
              <a:rPr lang="en-US" sz="1500" i="0" u="none" strike="noStrike" cap="none" dirty="0">
                <a:solidFill>
                  <a:schemeClr val="dk1"/>
                </a:solidFill>
              </a:rPr>
              <a:t>　本資料は、株式会社ネットドリーマーズが運用する「AI競馬予想マスターズ202</a:t>
            </a:r>
            <a:r>
              <a:rPr lang="en-US" sz="1500" dirty="0">
                <a:solidFill>
                  <a:schemeClr val="dk1"/>
                </a:solidFill>
              </a:rPr>
              <a:t> </a:t>
            </a:r>
            <a:r>
              <a:rPr lang="en-US" sz="1500" dirty="0" err="1">
                <a:solidFill>
                  <a:schemeClr val="dk1"/>
                </a:solidFill>
              </a:rPr>
              <a:t>学生大会</a:t>
            </a:r>
            <a:r>
              <a:rPr lang="en-US" sz="1500" i="0" u="none" strike="noStrike" cap="none" dirty="0">
                <a:solidFill>
                  <a:schemeClr val="dk1"/>
                </a:solidFill>
              </a:rPr>
              <a:t>」(</a:t>
            </a:r>
            <a:r>
              <a:rPr lang="en-US" sz="1500" i="0" u="none" strike="noStrike" cap="none" dirty="0" err="1">
                <a:solidFill>
                  <a:schemeClr val="dk1"/>
                </a:solidFill>
              </a:rPr>
              <a:t>以下、</a:t>
            </a:r>
            <a:r>
              <a:rPr lang="en-US" sz="1500" dirty="0" err="1">
                <a:solidFill>
                  <a:schemeClr val="dk1"/>
                </a:solidFill>
              </a:rPr>
              <a:t>学生大会</a:t>
            </a:r>
            <a:r>
              <a:rPr lang="en-US" sz="1500" i="0" u="none" strike="noStrike" cap="none" dirty="0" err="1">
                <a:solidFill>
                  <a:schemeClr val="dk1"/>
                </a:solidFill>
              </a:rPr>
              <a:t>と示す</a:t>
            </a:r>
            <a:r>
              <a:rPr lang="en-US" sz="1500" i="0" u="none" strike="noStrike" cap="none" dirty="0">
                <a:solidFill>
                  <a:schemeClr val="dk1"/>
                </a:solidFill>
              </a:rPr>
              <a:t>)</a:t>
            </a:r>
            <a:r>
              <a:rPr lang="en-US" sz="1500" i="0" u="none" strike="noStrike" cap="none" dirty="0" err="1">
                <a:solidFill>
                  <a:schemeClr val="dk1"/>
                </a:solidFill>
              </a:rPr>
              <a:t>に関する、ルール・予想</a:t>
            </a:r>
            <a:r>
              <a:rPr lang="en-US" sz="1500" dirty="0" err="1">
                <a:solidFill>
                  <a:schemeClr val="dk1"/>
                </a:solidFill>
              </a:rPr>
              <a:t>入稿</a:t>
            </a:r>
            <a:r>
              <a:rPr lang="en-US" sz="1500" i="0" u="none" strike="noStrike" cap="none" dirty="0" err="1">
                <a:solidFill>
                  <a:schemeClr val="dk1"/>
                </a:solidFill>
              </a:rPr>
              <a:t>方法について記述したものです</a:t>
            </a:r>
            <a:r>
              <a:rPr lang="en-US" sz="1500" i="0" u="none" strike="noStrike" cap="none" dirty="0">
                <a:solidFill>
                  <a:schemeClr val="dk1"/>
                </a:solidFill>
              </a:rPr>
              <a:t>。</a:t>
            </a:r>
            <a:endParaRPr sz="1500" i="0" u="none" strike="noStrike" cap="none" dirty="0">
              <a:solidFill>
                <a:schemeClr val="dk1"/>
              </a:solidFill>
            </a:endParaRPr>
          </a:p>
          <a:p>
            <a:pPr marL="0" marR="0" lvl="0" indent="0" algn="l" rtl="0">
              <a:lnSpc>
                <a:spcPct val="90000"/>
              </a:lnSpc>
              <a:spcBef>
                <a:spcPts val="0"/>
              </a:spcBef>
              <a:spcAft>
                <a:spcPts val="0"/>
              </a:spcAft>
              <a:buClr>
                <a:srgbClr val="000000"/>
              </a:buClr>
              <a:buSzPts val="1500"/>
              <a:buFont typeface="Arial"/>
              <a:buNone/>
            </a:pPr>
            <a:endParaRPr sz="1500" i="0" u="none" strike="noStrike" cap="none" dirty="0">
              <a:solidFill>
                <a:schemeClr val="dk1"/>
              </a:solidFill>
            </a:endParaRPr>
          </a:p>
          <a:p>
            <a:pPr marL="0" marR="0" lvl="0" indent="0" algn="l" rtl="0">
              <a:lnSpc>
                <a:spcPct val="90000"/>
              </a:lnSpc>
              <a:spcBef>
                <a:spcPts val="0"/>
              </a:spcBef>
              <a:spcAft>
                <a:spcPts val="0"/>
              </a:spcAft>
              <a:buClr>
                <a:srgbClr val="000000"/>
              </a:buClr>
              <a:buSzPts val="1500"/>
              <a:buFont typeface="Arial"/>
              <a:buNone/>
            </a:pPr>
            <a:endParaRPr sz="1500" i="0" u="none" strike="noStrike" cap="none" dirty="0">
              <a:solidFill>
                <a:schemeClr val="dk1"/>
              </a:solidFill>
            </a:endParaRPr>
          </a:p>
          <a:p>
            <a:pPr marL="0" marR="0" lvl="0" indent="0" algn="l" rtl="0">
              <a:lnSpc>
                <a:spcPct val="90000"/>
              </a:lnSpc>
              <a:spcBef>
                <a:spcPts val="0"/>
              </a:spcBef>
              <a:spcAft>
                <a:spcPts val="0"/>
              </a:spcAft>
              <a:buClr>
                <a:srgbClr val="000000"/>
              </a:buClr>
              <a:buSzPts val="1500"/>
              <a:buFont typeface="Arial"/>
              <a:buNone/>
            </a:pPr>
            <a:r>
              <a:rPr lang="en-US" sz="1500" i="0" u="none" strike="noStrike" cap="none" dirty="0">
                <a:solidFill>
                  <a:schemeClr val="dk1"/>
                </a:solidFill>
              </a:rPr>
              <a:t>　</a:t>
            </a:r>
            <a:r>
              <a:rPr lang="en-US" sz="1500" i="0" u="none" strike="noStrike" cap="none" dirty="0" err="1">
                <a:solidFill>
                  <a:schemeClr val="dk1"/>
                </a:solidFill>
              </a:rPr>
              <a:t>記載の内容についてはルール・スケジュール・仕様等変更になる場合がございます</a:t>
            </a:r>
            <a:r>
              <a:rPr lang="en-US" sz="1500" i="0" u="none" strike="noStrike" cap="none" dirty="0">
                <a:solidFill>
                  <a:schemeClr val="dk1"/>
                </a:solidFill>
              </a:rPr>
              <a:t>。</a:t>
            </a:r>
            <a:endParaRPr sz="1500" i="0" u="none" strike="noStrike" cap="none" dirty="0">
              <a:solidFill>
                <a:schemeClr val="dk1"/>
              </a:solidFill>
            </a:endParaRPr>
          </a:p>
          <a:p>
            <a:pPr marL="0" marR="0" lvl="0" indent="0" algn="l" rtl="0">
              <a:lnSpc>
                <a:spcPct val="90000"/>
              </a:lnSpc>
              <a:spcBef>
                <a:spcPts val="0"/>
              </a:spcBef>
              <a:spcAft>
                <a:spcPts val="0"/>
              </a:spcAft>
              <a:buClr>
                <a:srgbClr val="000000"/>
              </a:buClr>
              <a:buSzPts val="1500"/>
              <a:buFont typeface="Arial"/>
              <a:buNone/>
            </a:pPr>
            <a:r>
              <a:rPr lang="en-US" sz="1500" i="0" u="none" strike="noStrike" cap="none" dirty="0" err="1">
                <a:solidFill>
                  <a:schemeClr val="dk1"/>
                </a:solidFill>
              </a:rPr>
              <a:t>内容に変更が生じた場合、すみやかにご連絡させていただきます</a:t>
            </a:r>
            <a:r>
              <a:rPr lang="en-US" sz="1500" i="0" u="none" strike="noStrike" cap="none" dirty="0">
                <a:solidFill>
                  <a:schemeClr val="dk1"/>
                </a:solidFill>
              </a:rPr>
              <a:t>。</a:t>
            </a:r>
            <a:endParaRPr sz="1500" i="0" u="none" strike="noStrike" cap="none" dirty="0">
              <a:solidFill>
                <a:schemeClr val="dk1"/>
              </a:solidFill>
            </a:endParaRPr>
          </a:p>
          <a:p>
            <a:pPr marL="0" marR="0" lvl="0" indent="0" algn="l" rtl="0">
              <a:lnSpc>
                <a:spcPct val="90000"/>
              </a:lnSpc>
              <a:spcBef>
                <a:spcPts val="0"/>
              </a:spcBef>
              <a:spcAft>
                <a:spcPts val="0"/>
              </a:spcAft>
              <a:buClr>
                <a:srgbClr val="000000"/>
              </a:buClr>
              <a:buSzPts val="1500"/>
              <a:buFont typeface="Arial"/>
              <a:buNone/>
            </a:pPr>
            <a:r>
              <a:rPr lang="en-US" sz="1500" i="0" u="none" strike="noStrike" cap="none" dirty="0" err="1">
                <a:solidFill>
                  <a:schemeClr val="dk1"/>
                </a:solidFill>
              </a:rPr>
              <a:t>予めご了承ください</a:t>
            </a:r>
            <a:r>
              <a:rPr lang="en-US" sz="1500" i="0" u="none" strike="noStrike" cap="none" dirty="0">
                <a:solidFill>
                  <a:schemeClr val="dk1"/>
                </a:solidFill>
              </a:rPr>
              <a:t>。</a:t>
            </a:r>
            <a:endParaRPr sz="1500" i="0" u="none" strike="noStrike" cap="none" dirty="0">
              <a:solidFill>
                <a:schemeClr val="dk1"/>
              </a:solidFill>
            </a:endParaRPr>
          </a:p>
          <a:p>
            <a:pPr marL="0" marR="0" lvl="0" indent="0" algn="l" rtl="0">
              <a:lnSpc>
                <a:spcPct val="90000"/>
              </a:lnSpc>
              <a:spcBef>
                <a:spcPts val="0"/>
              </a:spcBef>
              <a:spcAft>
                <a:spcPts val="0"/>
              </a:spcAft>
              <a:buClr>
                <a:srgbClr val="000000"/>
              </a:buClr>
              <a:buSzPts val="1500"/>
              <a:buFont typeface="Arial"/>
              <a:buNone/>
            </a:pPr>
            <a:endParaRPr sz="1500" i="0" u="none" strike="noStrike" cap="none" dirty="0">
              <a:solidFill>
                <a:schemeClr val="dk1"/>
              </a:solidFill>
            </a:endParaRPr>
          </a:p>
          <a:p>
            <a:pPr marL="0" marR="0" lvl="0" indent="0" algn="l" rtl="0">
              <a:lnSpc>
                <a:spcPct val="90000"/>
              </a:lnSpc>
              <a:spcBef>
                <a:spcPts val="0"/>
              </a:spcBef>
              <a:spcAft>
                <a:spcPts val="0"/>
              </a:spcAft>
              <a:buClr>
                <a:srgbClr val="000000"/>
              </a:buClr>
              <a:buSzPts val="1500"/>
              <a:buFont typeface="Arial"/>
              <a:buNone/>
            </a:pPr>
            <a:endParaRPr sz="1500" i="0" u="none" strike="noStrike" cap="none" dirty="0">
              <a:solidFill>
                <a:schemeClr val="dk1"/>
              </a:solidFill>
            </a:endParaRPr>
          </a:p>
          <a:p>
            <a:pPr marL="0" marR="0" lvl="0" indent="0" algn="l" rtl="0">
              <a:lnSpc>
                <a:spcPct val="90000"/>
              </a:lnSpc>
              <a:spcBef>
                <a:spcPts val="0"/>
              </a:spcBef>
              <a:spcAft>
                <a:spcPts val="0"/>
              </a:spcAft>
              <a:buClr>
                <a:srgbClr val="000000"/>
              </a:buClr>
              <a:buSzPts val="1500"/>
              <a:buFont typeface="Arial"/>
              <a:buNone/>
            </a:pPr>
            <a:r>
              <a:rPr lang="en-US" sz="1500" i="0" u="none" strike="noStrike" cap="none" dirty="0">
                <a:solidFill>
                  <a:schemeClr val="dk1"/>
                </a:solidFill>
              </a:rPr>
              <a:t>　また、本資料は</a:t>
            </a:r>
            <a:r>
              <a:rPr lang="en-US" sz="1500" dirty="0">
                <a:solidFill>
                  <a:schemeClr val="dk1"/>
                </a:solidFill>
              </a:rPr>
              <a:t>学生大会</a:t>
            </a:r>
            <a:r>
              <a:rPr lang="en-US" sz="1500" i="0" u="none" strike="noStrike" cap="none" dirty="0">
                <a:solidFill>
                  <a:schemeClr val="dk1"/>
                </a:solidFill>
              </a:rPr>
              <a:t>参加者向けの内容となるため、参加者以外へ公開を禁じます。公開が発覚した場合、参加取り消しさせていただく場合がございます。</a:t>
            </a:r>
            <a:endParaRPr sz="1500" dirty="0">
              <a:solidFill>
                <a:schemeClr val="dk1"/>
              </a:solidFill>
            </a:endParaRPr>
          </a:p>
        </p:txBody>
      </p:sp>
      <p:sp>
        <p:nvSpPr>
          <p:cNvPr id="91" name="Google Shape;91;p4"/>
          <p:cNvSpPr txBox="1"/>
          <p:nvPr/>
        </p:nvSpPr>
        <p:spPr>
          <a:xfrm>
            <a:off x="573375" y="174900"/>
            <a:ext cx="1960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4"/>
          <p:cNvSpPr txBox="1"/>
          <p:nvPr/>
        </p:nvSpPr>
        <p:spPr>
          <a:xfrm>
            <a:off x="573363" y="268209"/>
            <a:ext cx="5808518" cy="306900"/>
          </a:xfrm>
          <a:prstGeom prst="rect">
            <a:avLst/>
          </a:prstGeom>
          <a:noFill/>
          <a:ln>
            <a:noFill/>
          </a:ln>
        </p:spPr>
        <p:txBody>
          <a:bodyPr spcFirstLastPara="1" wrap="square" lIns="102825" tIns="51400" rIns="102825" bIns="51400" anchor="ctr" anchorCtr="0">
            <a:noAutofit/>
          </a:bodyPr>
          <a:lstStyle/>
          <a:p>
            <a:pPr marL="0" marR="0" lvl="0" indent="0" algn="l" rtl="0">
              <a:lnSpc>
                <a:spcPct val="9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はじめに</a:t>
            </a:r>
            <a:endParaRPr sz="20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6"/>
          <p:cNvSpPr txBox="1"/>
          <p:nvPr/>
        </p:nvSpPr>
        <p:spPr>
          <a:xfrm>
            <a:off x="573375" y="832575"/>
            <a:ext cx="8044200" cy="2274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US" sz="1500" dirty="0">
                <a:solidFill>
                  <a:schemeClr val="dk1"/>
                </a:solidFill>
              </a:rPr>
              <a:t>【</a:t>
            </a:r>
            <a:r>
              <a:rPr lang="en-US" sz="1500" dirty="0" err="1">
                <a:solidFill>
                  <a:schemeClr val="dk1"/>
                </a:solidFill>
              </a:rPr>
              <a:t>投票</a:t>
            </a:r>
            <a:r>
              <a:rPr lang="en-US" sz="1500" dirty="0">
                <a:solidFill>
                  <a:schemeClr val="dk1"/>
                </a:solidFill>
              </a:rPr>
              <a:t>】</a:t>
            </a:r>
            <a:endParaRPr sz="1500" dirty="0">
              <a:solidFill>
                <a:schemeClr val="dk1"/>
              </a:solidFill>
            </a:endParaRPr>
          </a:p>
          <a:p>
            <a:pPr marL="457200" marR="0" lvl="0" indent="-323850" algn="l" rtl="0">
              <a:lnSpc>
                <a:spcPct val="115000"/>
              </a:lnSpc>
              <a:spcBef>
                <a:spcPts val="0"/>
              </a:spcBef>
              <a:spcAft>
                <a:spcPts val="0"/>
              </a:spcAft>
              <a:buClr>
                <a:schemeClr val="dk1"/>
              </a:buClr>
              <a:buSzPts val="1500"/>
              <a:buFont typeface="Arial"/>
              <a:buChar char="●"/>
            </a:pPr>
            <a:r>
              <a:rPr lang="en-US" sz="1500" dirty="0">
                <a:solidFill>
                  <a:schemeClr val="dk1"/>
                </a:solidFill>
              </a:rPr>
              <a:t>投票時間は各レースの枠番発表後から発走時刻3分前まで</a:t>
            </a:r>
            <a:endParaRPr sz="1500" dirty="0">
              <a:solidFill>
                <a:schemeClr val="dk1"/>
              </a:solidFill>
            </a:endParaRPr>
          </a:p>
          <a:p>
            <a:pPr marL="457200" marR="0" lvl="0" indent="-323850" algn="l" rtl="0">
              <a:lnSpc>
                <a:spcPct val="115000"/>
              </a:lnSpc>
              <a:spcBef>
                <a:spcPts val="0"/>
              </a:spcBef>
              <a:spcAft>
                <a:spcPts val="0"/>
              </a:spcAft>
              <a:buClr>
                <a:schemeClr val="dk1"/>
              </a:buClr>
              <a:buSzPts val="1500"/>
              <a:buFont typeface="Arial"/>
              <a:buChar char="●"/>
            </a:pPr>
            <a:r>
              <a:rPr lang="en-US" sz="1500" b="0" i="0" u="none" strike="noStrike" cap="none" dirty="0" err="1">
                <a:solidFill>
                  <a:schemeClr val="dk1"/>
                </a:solidFill>
                <a:latin typeface="Arial"/>
                <a:ea typeface="Arial"/>
                <a:cs typeface="Arial"/>
                <a:sym typeface="Arial"/>
              </a:rPr>
              <a:t>締め切り時間内であれば、再投票可</a:t>
            </a:r>
            <a:r>
              <a:rPr lang="en-US" sz="1500" dirty="0" err="1">
                <a:solidFill>
                  <a:schemeClr val="dk1"/>
                </a:solidFill>
              </a:rPr>
              <a:t>（</a:t>
            </a:r>
            <a:r>
              <a:rPr lang="en-US" sz="1500" b="0" i="0" u="none" strike="noStrike" cap="none" dirty="0" err="1">
                <a:solidFill>
                  <a:schemeClr val="dk1"/>
                </a:solidFill>
                <a:latin typeface="Arial"/>
                <a:ea typeface="Arial"/>
                <a:cs typeface="Arial"/>
                <a:sym typeface="Arial"/>
              </a:rPr>
              <a:t>前の投票は上書き</a:t>
            </a:r>
            <a:r>
              <a:rPr lang="en-US" sz="1500" dirty="0">
                <a:solidFill>
                  <a:schemeClr val="dk1"/>
                </a:solidFill>
              </a:rPr>
              <a:t>)</a:t>
            </a:r>
            <a:endParaRPr sz="1500" b="0" i="0" u="none" strike="noStrike" cap="none" dirty="0">
              <a:solidFill>
                <a:schemeClr val="dk1"/>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US" sz="1500" b="0" i="0" u="none" strike="noStrike" cap="none" dirty="0" err="1">
                <a:solidFill>
                  <a:schemeClr val="dk1"/>
                </a:solidFill>
                <a:latin typeface="Arial"/>
                <a:ea typeface="Arial"/>
                <a:cs typeface="Arial"/>
                <a:sym typeface="Arial"/>
              </a:rPr>
              <a:t>JRAの全レース対象で</a:t>
            </a:r>
            <a:r>
              <a:rPr lang="en-US" sz="1500" dirty="0" err="1">
                <a:solidFill>
                  <a:schemeClr val="dk1"/>
                </a:solidFill>
              </a:rPr>
              <a:t>投票</a:t>
            </a:r>
            <a:r>
              <a:rPr lang="en-US" sz="1500" b="0" i="0" u="none" strike="noStrike" cap="none" dirty="0" err="1">
                <a:solidFill>
                  <a:schemeClr val="dk1"/>
                </a:solidFill>
                <a:latin typeface="Arial"/>
                <a:ea typeface="Arial"/>
                <a:cs typeface="Arial"/>
                <a:sym typeface="Arial"/>
              </a:rPr>
              <a:t>可能ではあるが、全レース必須ではない</a:t>
            </a:r>
            <a:endParaRPr sz="1500" b="0" i="0" u="none" strike="noStrike" cap="none" dirty="0">
              <a:solidFill>
                <a:schemeClr val="dk1"/>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US" sz="1500" b="0" i="0" u="none" strike="noStrike" cap="none" dirty="0">
                <a:solidFill>
                  <a:schemeClr val="dk1"/>
                </a:solidFill>
                <a:latin typeface="Arial"/>
                <a:ea typeface="Arial"/>
                <a:cs typeface="Arial"/>
                <a:sym typeface="Arial"/>
              </a:rPr>
              <a:t>馬券券種に制限はなく、単勝・複勝・枠連・馬連・馬単・ワイド・3連複・3連単いずれも可(WIN5は対象外)</a:t>
            </a:r>
            <a:endParaRPr sz="1500" b="0" i="0" u="none" strike="noStrike" cap="none" dirty="0">
              <a:solidFill>
                <a:schemeClr val="dk1"/>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US" sz="1500" b="0" i="0" u="none" strike="noStrike" cap="none" dirty="0" err="1">
                <a:solidFill>
                  <a:schemeClr val="dk1"/>
                </a:solidFill>
                <a:latin typeface="Arial"/>
                <a:ea typeface="Arial"/>
                <a:cs typeface="Arial"/>
                <a:sym typeface="Arial"/>
              </a:rPr>
              <a:t>出走取り消し・競走除外による返還は、レース確定後に返還</a:t>
            </a:r>
            <a:r>
              <a:rPr lang="en-US" sz="1500" b="0" i="0" u="none" strike="noStrike" cap="none" dirty="0">
                <a:solidFill>
                  <a:schemeClr val="dk1"/>
                </a:solidFill>
                <a:latin typeface="Arial"/>
                <a:ea typeface="Arial"/>
                <a:cs typeface="Arial"/>
                <a:sym typeface="Arial"/>
              </a:rPr>
              <a:t>(</a:t>
            </a:r>
            <a:r>
              <a:rPr lang="en-US" sz="1500" b="0" i="0" u="none" strike="noStrike" cap="none" dirty="0" err="1">
                <a:solidFill>
                  <a:schemeClr val="dk1"/>
                </a:solidFill>
                <a:latin typeface="Arial"/>
                <a:ea typeface="Arial"/>
                <a:cs typeface="Arial"/>
                <a:sym typeface="Arial"/>
              </a:rPr>
              <a:t>買ってない事にする</a:t>
            </a:r>
            <a:r>
              <a:rPr lang="en-US" sz="1500" b="0" i="0" u="none" strike="noStrike" cap="none" dirty="0">
                <a:solidFill>
                  <a:schemeClr val="dk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US" sz="1500" dirty="0" err="1">
                <a:solidFill>
                  <a:schemeClr val="dk1"/>
                </a:solidFill>
              </a:rPr>
              <a:t>予想はAPIにて登録</a:t>
            </a:r>
            <a:endParaRPr sz="1500" dirty="0">
              <a:solidFill>
                <a:schemeClr val="dk1"/>
              </a:solidFill>
            </a:endParaRPr>
          </a:p>
        </p:txBody>
      </p:sp>
      <p:sp>
        <p:nvSpPr>
          <p:cNvPr id="98" name="Google Shape;98;p6"/>
          <p:cNvSpPr txBox="1"/>
          <p:nvPr/>
        </p:nvSpPr>
        <p:spPr>
          <a:xfrm>
            <a:off x="573375" y="174900"/>
            <a:ext cx="1960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6"/>
          <p:cNvSpPr txBox="1"/>
          <p:nvPr/>
        </p:nvSpPr>
        <p:spPr>
          <a:xfrm>
            <a:off x="573363" y="268209"/>
            <a:ext cx="5808518" cy="306900"/>
          </a:xfrm>
          <a:prstGeom prst="rect">
            <a:avLst/>
          </a:prstGeom>
          <a:noFill/>
          <a:ln>
            <a:noFill/>
          </a:ln>
        </p:spPr>
        <p:txBody>
          <a:bodyPr spcFirstLastPara="1" wrap="square" lIns="102825" tIns="51400" rIns="102825" bIns="51400" anchor="ctr" anchorCtr="0">
            <a:noAutofit/>
          </a:bodyPr>
          <a:lstStyle/>
          <a:p>
            <a:pPr marL="0" marR="0" lvl="0" indent="0" algn="l" rtl="0">
              <a:lnSpc>
                <a:spcPct val="9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投票</a:t>
            </a:r>
            <a:r>
              <a:rPr lang="en-US" sz="2000" b="1"/>
              <a:t>・</a:t>
            </a:r>
            <a:r>
              <a:rPr lang="en-US" sz="2000" b="1">
                <a:solidFill>
                  <a:schemeClr val="dk1"/>
                </a:solidFill>
              </a:rPr>
              <a:t>ランキング</a:t>
            </a:r>
            <a:r>
              <a:rPr lang="en-US" sz="2000" b="1" i="0" u="none" strike="noStrike" cap="none">
                <a:solidFill>
                  <a:srgbClr val="000000"/>
                </a:solidFill>
                <a:latin typeface="Arial"/>
                <a:ea typeface="Arial"/>
                <a:cs typeface="Arial"/>
                <a:sym typeface="Arial"/>
              </a:rPr>
              <a:t>ルール</a:t>
            </a:r>
            <a:endParaRPr sz="2000" b="1" i="0" u="none" strike="noStrike" cap="none">
              <a:solidFill>
                <a:srgbClr val="000000"/>
              </a:solidFill>
              <a:latin typeface="Arial"/>
              <a:ea typeface="Arial"/>
              <a:cs typeface="Arial"/>
              <a:sym typeface="Arial"/>
            </a:endParaRPr>
          </a:p>
        </p:txBody>
      </p:sp>
      <p:sp>
        <p:nvSpPr>
          <p:cNvPr id="100" name="Google Shape;100;p6"/>
          <p:cNvSpPr txBox="1"/>
          <p:nvPr/>
        </p:nvSpPr>
        <p:spPr>
          <a:xfrm>
            <a:off x="573375" y="3350105"/>
            <a:ext cx="8328900" cy="1015632"/>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1500" dirty="0">
                <a:solidFill>
                  <a:schemeClr val="dk1"/>
                </a:solidFill>
              </a:rPr>
              <a:t>【</a:t>
            </a:r>
            <a:r>
              <a:rPr lang="en-US" sz="1500" dirty="0" err="1">
                <a:solidFill>
                  <a:schemeClr val="dk1"/>
                </a:solidFill>
              </a:rPr>
              <a:t>ランキング</a:t>
            </a:r>
            <a:r>
              <a:rPr lang="en-US" sz="1500" dirty="0">
                <a:solidFill>
                  <a:schemeClr val="dk1"/>
                </a:solidFill>
              </a:rPr>
              <a:t>】</a:t>
            </a:r>
            <a:endParaRPr sz="1500" dirty="0">
              <a:solidFill>
                <a:schemeClr val="dk1"/>
              </a:solidFill>
            </a:endParaRPr>
          </a:p>
          <a:p>
            <a:pPr marL="457200" lvl="0" indent="-323850" algn="l" rtl="0">
              <a:lnSpc>
                <a:spcPct val="90000"/>
              </a:lnSpc>
              <a:spcBef>
                <a:spcPts val="0"/>
              </a:spcBef>
              <a:spcAft>
                <a:spcPts val="0"/>
              </a:spcAft>
              <a:buClr>
                <a:schemeClr val="dk1"/>
              </a:buClr>
              <a:buSzPts val="1500"/>
              <a:buChar char="●"/>
            </a:pPr>
            <a:r>
              <a:rPr lang="en-US" sz="1500" dirty="0" err="1">
                <a:solidFill>
                  <a:schemeClr val="dk1"/>
                </a:solidFill>
              </a:rPr>
              <a:t>手持ちポイントの合計が多い方</a:t>
            </a:r>
            <a:r>
              <a:rPr lang="en-US" sz="1500" dirty="0">
                <a:solidFill>
                  <a:schemeClr val="dk1"/>
                </a:solidFill>
              </a:rPr>
              <a:t> &gt; </a:t>
            </a:r>
            <a:r>
              <a:rPr lang="en-US" sz="1500" dirty="0" err="1">
                <a:solidFill>
                  <a:schemeClr val="dk1"/>
                </a:solidFill>
              </a:rPr>
              <a:t>レース的中率</a:t>
            </a:r>
            <a:r>
              <a:rPr lang="en-US" sz="1500" dirty="0">
                <a:solidFill>
                  <a:schemeClr val="dk1"/>
                </a:solidFill>
              </a:rPr>
              <a:t>*</a:t>
            </a:r>
            <a:r>
              <a:rPr lang="en-US" sz="1500" dirty="0" err="1">
                <a:solidFill>
                  <a:schemeClr val="dk1"/>
                </a:solidFill>
              </a:rPr>
              <a:t>の高い方</a:t>
            </a:r>
            <a:r>
              <a:rPr lang="en-US" sz="1500" dirty="0">
                <a:solidFill>
                  <a:schemeClr val="dk1"/>
                </a:solidFill>
              </a:rPr>
              <a:t> &gt; ◎</a:t>
            </a:r>
            <a:r>
              <a:rPr lang="en-US" sz="1500" dirty="0" err="1">
                <a:solidFill>
                  <a:schemeClr val="dk1"/>
                </a:solidFill>
              </a:rPr>
              <a:t>勝率の高い方</a:t>
            </a:r>
            <a:endParaRPr sz="1500" dirty="0">
              <a:solidFill>
                <a:schemeClr val="dk1"/>
              </a:solidFill>
            </a:endParaRPr>
          </a:p>
          <a:p>
            <a:pPr marL="914400" lvl="1" indent="-323850" algn="l" rtl="0">
              <a:lnSpc>
                <a:spcPct val="90000"/>
              </a:lnSpc>
              <a:spcBef>
                <a:spcPts val="0"/>
              </a:spcBef>
              <a:spcAft>
                <a:spcPts val="0"/>
              </a:spcAft>
              <a:buClr>
                <a:schemeClr val="dk1"/>
              </a:buClr>
              <a:buSzPts val="1500"/>
              <a:buChar char="○"/>
            </a:pPr>
            <a:r>
              <a:rPr lang="en-US" sz="1500" dirty="0" err="1">
                <a:solidFill>
                  <a:schemeClr val="dk1"/>
                </a:solidFill>
              </a:rPr>
              <a:t>その時点での手持ちポイントの合計順にて表示</a:t>
            </a:r>
            <a:endParaRPr sz="1500" dirty="0">
              <a:solidFill>
                <a:schemeClr val="dk1"/>
              </a:solidFill>
            </a:endParaRPr>
          </a:p>
          <a:p>
            <a:pPr marL="914400" lvl="1" indent="-323850" algn="l" rtl="0">
              <a:lnSpc>
                <a:spcPct val="90000"/>
              </a:lnSpc>
              <a:spcBef>
                <a:spcPts val="0"/>
              </a:spcBef>
              <a:spcAft>
                <a:spcPts val="0"/>
              </a:spcAft>
              <a:buClr>
                <a:schemeClr val="dk1"/>
              </a:buClr>
              <a:buSzPts val="1500"/>
              <a:buChar char="○"/>
            </a:pPr>
            <a:r>
              <a:rPr lang="en-US" sz="1500" dirty="0" err="1">
                <a:solidFill>
                  <a:schemeClr val="dk1"/>
                </a:solidFill>
              </a:rPr>
              <a:t>ランキングは各レース終了後、リアルタイムに算出・表示</a:t>
            </a:r>
            <a:endParaRPr lang="en-US" sz="1500" dirty="0">
              <a:solidFill>
                <a:schemeClr val="dk1"/>
              </a:solidFill>
            </a:endParaRPr>
          </a:p>
        </p:txBody>
      </p:sp>
      <p:sp>
        <p:nvSpPr>
          <p:cNvPr id="3" name="テキスト ボックス 2">
            <a:extLst>
              <a:ext uri="{FF2B5EF4-FFF2-40B4-BE49-F238E27FC236}">
                <a16:creationId xmlns:a16="http://schemas.microsoft.com/office/drawing/2014/main" id="{9487A0BF-6072-1647-A32D-462A2F32FC36}"/>
              </a:ext>
            </a:extLst>
          </p:cNvPr>
          <p:cNvSpPr txBox="1"/>
          <p:nvPr/>
        </p:nvSpPr>
        <p:spPr>
          <a:xfrm>
            <a:off x="-100520" y="4579742"/>
            <a:ext cx="9049967" cy="286232"/>
          </a:xfrm>
          <a:prstGeom prst="rect">
            <a:avLst/>
          </a:prstGeom>
          <a:noFill/>
        </p:spPr>
        <p:txBody>
          <a:bodyPr wrap="square">
            <a:spAutoFit/>
          </a:bodyPr>
          <a:lstStyle/>
          <a:p>
            <a:pPr marL="590550" lvl="1">
              <a:lnSpc>
                <a:spcPct val="90000"/>
              </a:lnSpc>
              <a:buClr>
                <a:schemeClr val="dk1"/>
              </a:buClr>
              <a:buSzPts val="1500"/>
            </a:pPr>
            <a:r>
              <a:rPr lang="ja-JP" altLang="ja-JP"/>
              <a:t>※的中率 = 払戻金額が購入金額を上回った（プラス収支となった）レース数 / 投票したレース数とする</a:t>
            </a:r>
            <a:endParaRPr lang="en-US" altLang="ja-JP" sz="1500" dirty="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36dabcc8b32_1_3"/>
          <p:cNvSpPr txBox="1"/>
          <p:nvPr/>
        </p:nvSpPr>
        <p:spPr>
          <a:xfrm>
            <a:off x="3677713" y="1598736"/>
            <a:ext cx="1800600" cy="523200"/>
          </a:xfrm>
          <a:prstGeom prst="rect">
            <a:avLst/>
          </a:prstGeom>
          <a:solidFill>
            <a:srgbClr val="B1CDFB"/>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a:t>投票APIを経由してアップロード</a:t>
            </a:r>
            <a:endParaRPr sz="1400" b="0" i="0" u="none" strike="noStrike" cap="none">
              <a:solidFill>
                <a:srgbClr val="000000"/>
              </a:solidFill>
              <a:latin typeface="Arial"/>
              <a:ea typeface="Arial"/>
              <a:cs typeface="Arial"/>
              <a:sym typeface="Arial"/>
            </a:endParaRPr>
          </a:p>
        </p:txBody>
      </p:sp>
      <p:sp>
        <p:nvSpPr>
          <p:cNvPr id="106" name="Google Shape;106;g36dabcc8b32_1_3"/>
          <p:cNvSpPr txBox="1"/>
          <p:nvPr/>
        </p:nvSpPr>
        <p:spPr>
          <a:xfrm>
            <a:off x="573375" y="174900"/>
            <a:ext cx="1960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g36dabcc8b32_1_3"/>
          <p:cNvSpPr txBox="1"/>
          <p:nvPr/>
        </p:nvSpPr>
        <p:spPr>
          <a:xfrm>
            <a:off x="573363" y="268209"/>
            <a:ext cx="5808600" cy="306900"/>
          </a:xfrm>
          <a:prstGeom prst="rect">
            <a:avLst/>
          </a:prstGeom>
          <a:noFill/>
          <a:ln>
            <a:noFill/>
          </a:ln>
        </p:spPr>
        <p:txBody>
          <a:bodyPr spcFirstLastPara="1" wrap="square" lIns="102825" tIns="51400" rIns="102825" bIns="51400" anchor="ctr" anchorCtr="0">
            <a:noAutofit/>
          </a:bodyPr>
          <a:lstStyle/>
          <a:p>
            <a:pPr marL="0" marR="0" lvl="0" indent="0" algn="l" rtl="0">
              <a:lnSpc>
                <a:spcPct val="9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予想システム概要</a:t>
            </a:r>
            <a:endParaRPr sz="2000" b="1" i="0" u="none" strike="noStrike" cap="none">
              <a:solidFill>
                <a:srgbClr val="000000"/>
              </a:solidFill>
              <a:latin typeface="Arial"/>
              <a:ea typeface="Arial"/>
              <a:cs typeface="Arial"/>
              <a:sym typeface="Arial"/>
            </a:endParaRPr>
          </a:p>
        </p:txBody>
      </p:sp>
      <p:sp>
        <p:nvSpPr>
          <p:cNvPr id="108" name="Google Shape;108;g36dabcc8b32_1_3"/>
          <p:cNvSpPr txBox="1"/>
          <p:nvPr/>
        </p:nvSpPr>
        <p:spPr>
          <a:xfrm>
            <a:off x="1784713" y="1706424"/>
            <a:ext cx="1261800" cy="307800"/>
          </a:xfrm>
          <a:prstGeom prst="rect">
            <a:avLst/>
          </a:prstGeom>
          <a:solidFill>
            <a:srgbClr val="FFC000"/>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予想ファイル</a:t>
            </a:r>
            <a:endParaRPr sz="1400" b="0" i="0" u="none" strike="noStrike" cap="none">
              <a:solidFill>
                <a:srgbClr val="000000"/>
              </a:solidFill>
              <a:latin typeface="Arial"/>
              <a:ea typeface="Arial"/>
              <a:cs typeface="Arial"/>
              <a:sym typeface="Arial"/>
            </a:endParaRPr>
          </a:p>
        </p:txBody>
      </p:sp>
      <p:sp>
        <p:nvSpPr>
          <p:cNvPr id="109" name="Google Shape;109;g36dabcc8b32_1_3"/>
          <p:cNvSpPr txBox="1"/>
          <p:nvPr/>
        </p:nvSpPr>
        <p:spPr>
          <a:xfrm>
            <a:off x="6032500" y="1612899"/>
            <a:ext cx="1261800" cy="22473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弊社サーバー</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g36dabcc8b32_1_3"/>
          <p:cNvSpPr/>
          <p:nvPr/>
        </p:nvSpPr>
        <p:spPr>
          <a:xfrm>
            <a:off x="5613971" y="1860321"/>
            <a:ext cx="462300" cy="1674900"/>
          </a:xfrm>
          <a:prstGeom prst="curvedLeftArrow">
            <a:avLst>
              <a:gd name="adj1" fmla="val 25000"/>
              <a:gd name="adj2" fmla="val 50000"/>
              <a:gd name="adj3" fmla="val 25000"/>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1" name="Google Shape;111;g36dabcc8b32_1_3"/>
          <p:cNvSpPr/>
          <p:nvPr/>
        </p:nvSpPr>
        <p:spPr>
          <a:xfrm>
            <a:off x="3200054" y="1806464"/>
            <a:ext cx="387000" cy="107700"/>
          </a:xfrm>
          <a:prstGeom prst="rightArrow">
            <a:avLst>
              <a:gd name="adj1" fmla="val 50000"/>
              <a:gd name="adj2" fmla="val 50000"/>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2" name="Google Shape;112;g36dabcc8b32_1_3"/>
          <p:cNvSpPr/>
          <p:nvPr/>
        </p:nvSpPr>
        <p:spPr>
          <a:xfrm>
            <a:off x="3816200" y="3099546"/>
            <a:ext cx="1800493" cy="692150"/>
          </a:xfrm>
          <a:prstGeom prst="flowChartMagneticDisk">
            <a:avLst/>
          </a:prstGeom>
          <a:solidFill>
            <a:srgbClr val="F7FFB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マスターズ予想DB</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3" name="Google Shape;113;g36dabcc8b32_1_3"/>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graphicFrame>
        <p:nvGraphicFramePr>
          <p:cNvPr id="118" name="Google Shape;118;g36dabcc8b32_0_29"/>
          <p:cNvGraphicFramePr/>
          <p:nvPr/>
        </p:nvGraphicFramePr>
        <p:xfrm>
          <a:off x="952500" y="1035763"/>
          <a:ext cx="7239000" cy="2808359"/>
        </p:xfrm>
        <a:graphic>
          <a:graphicData uri="http://schemas.openxmlformats.org/drawingml/2006/table">
            <a:tbl>
              <a:tblPr>
                <a:noFill/>
                <a:tableStyleId>{DBE96F69-2C34-4FEE-967F-594EBDB5DDB9}</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lnSpc>
                          <a:spcPct val="115000"/>
                        </a:lnSpc>
                        <a:spcBef>
                          <a:spcPts val="0"/>
                        </a:spcBef>
                        <a:spcAft>
                          <a:spcPts val="0"/>
                        </a:spcAft>
                        <a:buNone/>
                      </a:pPr>
                      <a:r>
                        <a:rPr lang="en-US" b="1">
                          <a:solidFill>
                            <a:schemeClr val="dk1"/>
                          </a:solidFill>
                        </a:rPr>
                        <a:t>提供するAPI</a:t>
                      </a:r>
                      <a:endParaRPr b="1">
                        <a:solidFill>
                          <a:schemeClr val="dk1"/>
                        </a:solidFill>
                      </a:endParaRPr>
                    </a:p>
                  </a:txBody>
                  <a:tcPr marL="91425" marR="91425" marT="91425" marB="91425"/>
                </a:tc>
                <a:tc>
                  <a:txBody>
                    <a:bodyPr/>
                    <a:lstStyle/>
                    <a:p>
                      <a:pPr marL="0" lvl="0" indent="0" algn="l" rtl="0">
                        <a:spcBef>
                          <a:spcPts val="0"/>
                        </a:spcBef>
                        <a:spcAft>
                          <a:spcPts val="0"/>
                        </a:spcAft>
                        <a:buNone/>
                      </a:pPr>
                      <a:r>
                        <a:rPr lang="en-US" b="1"/>
                        <a:t>主な機能</a:t>
                      </a:r>
                      <a:endParaRPr b="1"/>
                    </a:p>
                  </a:txBody>
                  <a:tcPr marL="91425" marR="91425" marT="91425" marB="91425"/>
                </a:tc>
                <a:tc>
                  <a:txBody>
                    <a:bodyPr/>
                    <a:lstStyle/>
                    <a:p>
                      <a:pPr marL="0" lvl="0" indent="0" algn="l" rtl="0">
                        <a:spcBef>
                          <a:spcPts val="0"/>
                        </a:spcBef>
                        <a:spcAft>
                          <a:spcPts val="0"/>
                        </a:spcAft>
                        <a:buNone/>
                      </a:pPr>
                      <a:r>
                        <a:rPr lang="en-US" b="1"/>
                        <a:t>備考</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lnSpc>
                          <a:spcPct val="115000"/>
                        </a:lnSpc>
                        <a:spcBef>
                          <a:spcPts val="0"/>
                        </a:spcBef>
                        <a:spcAft>
                          <a:spcPts val="0"/>
                        </a:spcAft>
                        <a:buNone/>
                      </a:pPr>
                      <a:r>
                        <a:rPr lang="en-US" sz="1100">
                          <a:solidFill>
                            <a:schemeClr val="dk1"/>
                          </a:solidFill>
                        </a:rPr>
                        <a:t>ログインAPI(アクセストークン取得)</a:t>
                      </a:r>
                      <a:endParaRPr sz="1100">
                        <a:solidFill>
                          <a:schemeClr val="dk1"/>
                        </a:solidFill>
                      </a:endParaRPr>
                    </a:p>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US" sz="1000"/>
                        <a:t>認証を行い、操作キーとなる「アクセストークン」を取得する。</a:t>
                      </a:r>
                      <a:endParaRPr sz="1000"/>
                    </a:p>
                  </a:txBody>
                  <a:tcPr marL="91425" marR="91425" marT="91425" marB="91425"/>
                </a:tc>
                <a:tc>
                  <a:txBody>
                    <a:bodyPr/>
                    <a:lstStyle/>
                    <a:p>
                      <a:pPr marL="0" lvl="0" indent="0" algn="l" rtl="0">
                        <a:spcBef>
                          <a:spcPts val="0"/>
                        </a:spcBef>
                        <a:spcAft>
                          <a:spcPts val="0"/>
                        </a:spcAft>
                        <a:buNone/>
                      </a:pPr>
                      <a:r>
                        <a:rPr lang="en-US" sz="1000"/>
                        <a:t>トークンの有効期限は5分間</a:t>
                      </a:r>
                      <a:endParaRPr sz="10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lnSpc>
                          <a:spcPct val="115000"/>
                        </a:lnSpc>
                        <a:spcBef>
                          <a:spcPts val="0"/>
                        </a:spcBef>
                        <a:spcAft>
                          <a:spcPts val="0"/>
                        </a:spcAft>
                        <a:buNone/>
                      </a:pPr>
                      <a:r>
                        <a:rPr lang="en-US" sz="1100">
                          <a:solidFill>
                            <a:schemeClr val="dk1"/>
                          </a:solidFill>
                        </a:rPr>
                        <a:t>投票API</a:t>
                      </a:r>
                      <a:endParaRPr sz="1100">
                        <a:solidFill>
                          <a:schemeClr val="dk1"/>
                        </a:solidFill>
                      </a:endParaRPr>
                    </a:p>
                    <a:p>
                      <a:pPr marL="0" lvl="0" indent="0" algn="l" rtl="0">
                        <a:lnSpc>
                          <a:spcPct val="115000"/>
                        </a:lnSpc>
                        <a:spcBef>
                          <a:spcPts val="0"/>
                        </a:spcBef>
                        <a:spcAft>
                          <a:spcPts val="0"/>
                        </a:spcAft>
                        <a:buNone/>
                      </a:pPr>
                      <a:endParaRPr/>
                    </a:p>
                  </a:txBody>
                  <a:tcPr marL="91425" marR="91425" marT="91425" marB="91425"/>
                </a:tc>
                <a:tc>
                  <a:txBody>
                    <a:bodyPr/>
                    <a:lstStyle/>
                    <a:p>
                      <a:pPr marL="0" lvl="0" indent="0" algn="l" rtl="0">
                        <a:lnSpc>
                          <a:spcPct val="115000"/>
                        </a:lnSpc>
                        <a:spcBef>
                          <a:spcPts val="0"/>
                        </a:spcBef>
                        <a:spcAft>
                          <a:spcPts val="0"/>
                        </a:spcAft>
                        <a:buNone/>
                      </a:pPr>
                      <a:r>
                        <a:rPr lang="en-US" sz="1000">
                          <a:solidFill>
                            <a:schemeClr val="dk1"/>
                          </a:solidFill>
                        </a:rPr>
                        <a:t>配列で投票内容をまとめて投票(post)する</a:t>
                      </a:r>
                      <a:endParaRPr sz="1000"/>
                    </a:p>
                  </a:txBody>
                  <a:tcPr marL="91425" marR="91425" marT="91425" marB="91425"/>
                </a:tc>
                <a:tc>
                  <a:txBody>
                    <a:bodyPr/>
                    <a:lstStyle/>
                    <a:p>
                      <a:pPr marL="0" lvl="0" indent="0" algn="l" rtl="0">
                        <a:spcBef>
                          <a:spcPts val="0"/>
                        </a:spcBef>
                        <a:spcAft>
                          <a:spcPts val="0"/>
                        </a:spcAft>
                        <a:buNone/>
                      </a:pPr>
                      <a:r>
                        <a:rPr lang="en-US" sz="1000"/>
                        <a:t>エラーの場合、送信した投票は1件も処理されません</a:t>
                      </a:r>
                      <a:endParaRPr sz="10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lnSpc>
                          <a:spcPct val="115000"/>
                        </a:lnSpc>
                        <a:spcBef>
                          <a:spcPts val="0"/>
                        </a:spcBef>
                        <a:spcAft>
                          <a:spcPts val="0"/>
                        </a:spcAft>
                        <a:buNone/>
                      </a:pPr>
                      <a:r>
                        <a:rPr lang="en-US" sz="1100">
                          <a:solidFill>
                            <a:schemeClr val="dk1"/>
                          </a:solidFill>
                        </a:rPr>
                        <a:t>投票後確認API</a:t>
                      </a:r>
                      <a:endParaRPr sz="1100">
                        <a:solidFill>
                          <a:schemeClr val="dk1"/>
                        </a:solidFill>
                      </a:endParaRPr>
                    </a:p>
                    <a:p>
                      <a:pPr marL="0" lvl="0" indent="0" algn="l" rtl="0">
                        <a:spcBef>
                          <a:spcPts val="0"/>
                        </a:spcBef>
                        <a:spcAft>
                          <a:spcPts val="0"/>
                        </a:spcAft>
                        <a:buNone/>
                      </a:pPr>
                      <a:endParaRPr/>
                    </a:p>
                  </a:txBody>
                  <a:tcPr marL="91425" marR="91425" marT="91425" marB="91425"/>
                </a:tc>
                <a:tc>
                  <a:txBody>
                    <a:bodyPr/>
                    <a:lstStyle/>
                    <a:p>
                      <a:pPr marL="0" lvl="0" indent="0" algn="l" rtl="0">
                        <a:lnSpc>
                          <a:spcPct val="115000"/>
                        </a:lnSpc>
                        <a:spcBef>
                          <a:spcPts val="0"/>
                        </a:spcBef>
                        <a:spcAft>
                          <a:spcPts val="0"/>
                        </a:spcAft>
                        <a:buNone/>
                      </a:pPr>
                      <a:r>
                        <a:rPr lang="en-US" sz="1000">
                          <a:solidFill>
                            <a:schemeClr val="dk1"/>
                          </a:solidFill>
                        </a:rPr>
                        <a:t>送信した投票の内容を確認する。</a:t>
                      </a:r>
                      <a:endParaRPr sz="1000"/>
                    </a:p>
                  </a:txBody>
                  <a:tcPr marL="91425" marR="91425" marT="91425" marB="91425"/>
                </a:tc>
                <a:tc>
                  <a:txBody>
                    <a:bodyPr/>
                    <a:lstStyle/>
                    <a:p>
                      <a:pPr marL="0" lvl="0" indent="0" algn="l" rtl="0">
                        <a:spcBef>
                          <a:spcPts val="0"/>
                        </a:spcBef>
                        <a:spcAft>
                          <a:spcPts val="0"/>
                        </a:spcAft>
                        <a:buNone/>
                      </a:pPr>
                      <a:r>
                        <a:rPr lang="en-US" sz="1000"/>
                        <a:t>投票直後はデータが反映されていない可能性があるため、1分程度待ってから呼び出すことを推奨</a:t>
                      </a:r>
                      <a:endParaRPr sz="10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lnSpc>
                          <a:spcPct val="115000"/>
                        </a:lnSpc>
                        <a:spcBef>
                          <a:spcPts val="0"/>
                        </a:spcBef>
                        <a:spcAft>
                          <a:spcPts val="0"/>
                        </a:spcAft>
                        <a:buNone/>
                      </a:pPr>
                      <a:r>
                        <a:rPr lang="en-US" sz="1100">
                          <a:solidFill>
                            <a:schemeClr val="dk1"/>
                          </a:solidFill>
                        </a:rPr>
                        <a:t>ログアウトAPI</a:t>
                      </a:r>
                      <a:endParaRPr/>
                    </a:p>
                  </a:txBody>
                  <a:tcPr marL="91425" marR="91425" marT="91425" marB="91425"/>
                </a:tc>
                <a:tc>
                  <a:txBody>
                    <a:bodyPr/>
                    <a:lstStyle/>
                    <a:p>
                      <a:pPr marL="0" lvl="0" indent="0" algn="l" rtl="0">
                        <a:spcBef>
                          <a:spcPts val="0"/>
                        </a:spcBef>
                        <a:spcAft>
                          <a:spcPts val="0"/>
                        </a:spcAft>
                        <a:buNone/>
                      </a:pPr>
                      <a:r>
                        <a:rPr lang="en-US" sz="1000"/>
                        <a:t>認証状態を終了する。</a:t>
                      </a:r>
                      <a:endParaRPr sz="1000"/>
                    </a:p>
                  </a:txBody>
                  <a:tcPr marL="91425" marR="91425" marT="91425" marB="91425"/>
                </a:tc>
                <a:tc>
                  <a:txBody>
                    <a:bodyPr/>
                    <a:lstStyle/>
                    <a:p>
                      <a:pPr marL="0" lvl="0" indent="0" algn="l" rtl="0">
                        <a:spcBef>
                          <a:spcPts val="0"/>
                        </a:spcBef>
                        <a:spcAft>
                          <a:spcPts val="0"/>
                        </a:spcAft>
                        <a:buNone/>
                      </a:pPr>
                      <a:r>
                        <a:rPr lang="en-US" sz="1000"/>
                        <a:t>5分後に自動でログアウト</a:t>
                      </a:r>
                      <a:endParaRPr sz="1000"/>
                    </a:p>
                  </a:txBody>
                  <a:tcPr marL="91425" marR="91425" marT="91425" marB="91425"/>
                </a:tc>
                <a:extLst>
                  <a:ext uri="{0D108BD9-81ED-4DB2-BD59-A6C34878D82A}">
                    <a16:rowId xmlns:a16="http://schemas.microsoft.com/office/drawing/2014/main" val="10004"/>
                  </a:ext>
                </a:extLst>
              </a:tr>
            </a:tbl>
          </a:graphicData>
        </a:graphic>
      </p:graphicFrame>
      <p:sp>
        <p:nvSpPr>
          <p:cNvPr id="119" name="Google Shape;119;g36dabcc8b32_0_29"/>
          <p:cNvSpPr txBox="1">
            <a:spLocks noGrp="1"/>
          </p:cNvSpPr>
          <p:nvPr>
            <p:ph type="title"/>
          </p:nvPr>
        </p:nvSpPr>
        <p:spPr>
          <a:xfrm>
            <a:off x="583635" y="222235"/>
            <a:ext cx="4528200" cy="327900"/>
          </a:xfrm>
          <a:prstGeom prst="rect">
            <a:avLst/>
          </a:prstGeom>
        </p:spPr>
        <p:txBody>
          <a:bodyPr spcFirstLastPara="1" wrap="square" lIns="68575" tIns="34275" rIns="68575" bIns="34275" anchor="ctr" anchorCtr="0">
            <a:noAutofit/>
          </a:bodyPr>
          <a:lstStyle/>
          <a:p>
            <a:pPr marL="0" lvl="0" indent="0" algn="l" rtl="0">
              <a:lnSpc>
                <a:spcPct val="100000"/>
              </a:lnSpc>
              <a:spcBef>
                <a:spcPts val="0"/>
              </a:spcBef>
              <a:spcAft>
                <a:spcPts val="0"/>
              </a:spcAft>
              <a:buNone/>
            </a:pPr>
            <a:r>
              <a:rPr lang="en-US" sz="2000" b="1">
                <a:solidFill>
                  <a:schemeClr val="dk1"/>
                </a:solidFill>
              </a:rPr>
              <a:t>APIの概要</a:t>
            </a:r>
            <a:endParaRPr sz="2000" b="1">
              <a:solidFill>
                <a:schemeClr val="dk1"/>
              </a:solidFill>
            </a:endParaRPr>
          </a:p>
        </p:txBody>
      </p:sp>
      <p:sp>
        <p:nvSpPr>
          <p:cNvPr id="120" name="Google Shape;120;g36dabcc8b32_0_29"/>
          <p:cNvSpPr txBox="1"/>
          <p:nvPr/>
        </p:nvSpPr>
        <p:spPr>
          <a:xfrm>
            <a:off x="952500" y="3861250"/>
            <a:ext cx="7239000" cy="614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b="1">
                <a:solidFill>
                  <a:schemeClr val="dk2"/>
                </a:solidFill>
              </a:rPr>
              <a:t>※このAPIは、netkeibaアカウントを利用して、プログラム経由で馬券の投票を行うための機能を提供します。</a:t>
            </a:r>
            <a:endParaRPr b="1">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36dabcc8b32_0_21"/>
          <p:cNvSpPr txBox="1"/>
          <p:nvPr/>
        </p:nvSpPr>
        <p:spPr>
          <a:xfrm>
            <a:off x="498750" y="1013400"/>
            <a:ext cx="8146500" cy="36357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AutoNum type="arabicPeriod"/>
            </a:pPr>
            <a:r>
              <a:rPr lang="en-US" b="1">
                <a:solidFill>
                  <a:schemeClr val="dk1"/>
                </a:solidFill>
              </a:rPr>
              <a:t>ログイン</a:t>
            </a:r>
            <a:endParaRPr b="1">
              <a:solidFill>
                <a:schemeClr val="dk1"/>
              </a:solidFill>
            </a:endParaRPr>
          </a:p>
          <a:p>
            <a:pPr marL="914400" lvl="1" indent="-317500" algn="l" rtl="0">
              <a:spcBef>
                <a:spcPts val="0"/>
              </a:spcBef>
              <a:spcAft>
                <a:spcPts val="0"/>
              </a:spcAft>
              <a:buClr>
                <a:schemeClr val="dk1"/>
              </a:buClr>
              <a:buSzPts val="1400"/>
              <a:buChar char="○"/>
            </a:pPr>
            <a:r>
              <a:rPr lang="en-US">
                <a:solidFill>
                  <a:schemeClr val="dk1"/>
                </a:solidFill>
              </a:rPr>
              <a:t>IDとパスワードを送信して認証し、「アクセストークン」という一時的なキーを取得します。</a:t>
            </a:r>
            <a:endParaRPr>
              <a:solidFill>
                <a:schemeClr val="dk1"/>
              </a:solidFill>
            </a:endParaRPr>
          </a:p>
          <a:p>
            <a:pPr marL="914400" lvl="1" indent="-317500" algn="l" rtl="0">
              <a:spcBef>
                <a:spcPts val="0"/>
              </a:spcBef>
              <a:spcAft>
                <a:spcPts val="0"/>
              </a:spcAft>
              <a:buClr>
                <a:schemeClr val="dk1"/>
              </a:buClr>
              <a:buSzPts val="1400"/>
              <a:buChar char="○"/>
            </a:pPr>
            <a:r>
              <a:rPr lang="en-US">
                <a:solidFill>
                  <a:schemeClr val="dk1"/>
                </a:solidFill>
              </a:rPr>
              <a:t>これ以降の操作では、このアクセストークンが「本人であることの証明」になります。</a:t>
            </a:r>
            <a:endParaRPr>
              <a:solidFill>
                <a:schemeClr val="dk1"/>
              </a:solidFill>
            </a:endParaRPr>
          </a:p>
          <a:p>
            <a:pPr marL="914400" lvl="0" indent="0" algn="l" rtl="0">
              <a:spcBef>
                <a:spcPts val="0"/>
              </a:spcBef>
              <a:spcAft>
                <a:spcPts val="0"/>
              </a:spcAft>
              <a:buNone/>
            </a:pPr>
            <a:endParaRPr>
              <a:solidFill>
                <a:schemeClr val="dk1"/>
              </a:solidFill>
            </a:endParaRPr>
          </a:p>
          <a:p>
            <a:pPr marL="457200" lvl="0" indent="-317500" algn="l" rtl="0">
              <a:spcBef>
                <a:spcPts val="0"/>
              </a:spcBef>
              <a:spcAft>
                <a:spcPts val="0"/>
              </a:spcAft>
              <a:buClr>
                <a:schemeClr val="dk1"/>
              </a:buClr>
              <a:buSzPts val="1400"/>
              <a:buAutoNum type="arabicPeriod"/>
            </a:pPr>
            <a:r>
              <a:rPr lang="en-US" b="1">
                <a:solidFill>
                  <a:schemeClr val="dk1"/>
                </a:solidFill>
              </a:rPr>
              <a:t>投票</a:t>
            </a:r>
            <a:endParaRPr b="1">
              <a:solidFill>
                <a:schemeClr val="dk1"/>
              </a:solidFill>
            </a:endParaRPr>
          </a:p>
          <a:p>
            <a:pPr marL="914400" lvl="1" indent="-317500" algn="l" rtl="0">
              <a:spcBef>
                <a:spcPts val="0"/>
              </a:spcBef>
              <a:spcAft>
                <a:spcPts val="0"/>
              </a:spcAft>
              <a:buClr>
                <a:schemeClr val="dk1"/>
              </a:buClr>
              <a:buSzPts val="1400"/>
              <a:buChar char="○"/>
            </a:pPr>
            <a:r>
              <a:rPr lang="en-US">
                <a:solidFill>
                  <a:schemeClr val="dk1"/>
                </a:solidFill>
              </a:rPr>
              <a:t>取得したアクセストークンを提示して、投票したい内容（レースや金額など）をまとめて送信します 。複数のレースへの投票も一度に送信可能です。</a:t>
            </a:r>
            <a:endParaRPr>
              <a:solidFill>
                <a:schemeClr val="dk1"/>
              </a:solidFill>
            </a:endParaRPr>
          </a:p>
          <a:p>
            <a:pPr marL="914400" lvl="0" indent="0" algn="l" rtl="0">
              <a:spcBef>
                <a:spcPts val="0"/>
              </a:spcBef>
              <a:spcAft>
                <a:spcPts val="0"/>
              </a:spcAft>
              <a:buNone/>
            </a:pPr>
            <a:endParaRPr>
              <a:solidFill>
                <a:schemeClr val="dk1"/>
              </a:solidFill>
            </a:endParaRPr>
          </a:p>
          <a:p>
            <a:pPr marL="457200" lvl="0" indent="-317500" algn="l" rtl="0">
              <a:spcBef>
                <a:spcPts val="0"/>
              </a:spcBef>
              <a:spcAft>
                <a:spcPts val="0"/>
              </a:spcAft>
              <a:buClr>
                <a:schemeClr val="dk1"/>
              </a:buClr>
              <a:buSzPts val="1400"/>
              <a:buAutoNum type="arabicPeriod"/>
            </a:pPr>
            <a:r>
              <a:rPr lang="en-US" b="1">
                <a:solidFill>
                  <a:schemeClr val="dk1"/>
                </a:solidFill>
              </a:rPr>
              <a:t>送信内容の確認</a:t>
            </a:r>
            <a:endParaRPr b="1">
              <a:solidFill>
                <a:schemeClr val="dk1"/>
              </a:solidFill>
            </a:endParaRPr>
          </a:p>
          <a:p>
            <a:pPr marL="914400" lvl="1" indent="-317500" algn="l" rtl="0">
              <a:spcBef>
                <a:spcPts val="0"/>
              </a:spcBef>
              <a:spcAft>
                <a:spcPts val="0"/>
              </a:spcAft>
              <a:buClr>
                <a:schemeClr val="dk1"/>
              </a:buClr>
              <a:buSzPts val="1400"/>
              <a:buChar char="○"/>
            </a:pPr>
            <a:r>
              <a:rPr lang="en-US">
                <a:solidFill>
                  <a:schemeClr val="dk1"/>
                </a:solidFill>
              </a:rPr>
              <a:t>投票後、少し時間をおいてから、アクセストークンを使って、正しく投票が受け付けられたかを確認します。</a:t>
            </a:r>
            <a:endParaRPr>
              <a:solidFill>
                <a:schemeClr val="dk1"/>
              </a:solidFill>
            </a:endParaRPr>
          </a:p>
          <a:p>
            <a:pPr marL="914400" lvl="0" indent="0" algn="l" rtl="0">
              <a:spcBef>
                <a:spcPts val="0"/>
              </a:spcBef>
              <a:spcAft>
                <a:spcPts val="0"/>
              </a:spcAft>
              <a:buNone/>
            </a:pPr>
            <a:endParaRPr>
              <a:solidFill>
                <a:schemeClr val="dk1"/>
              </a:solidFill>
            </a:endParaRPr>
          </a:p>
          <a:p>
            <a:pPr marL="457200" lvl="0" indent="-317500" algn="l" rtl="0">
              <a:spcBef>
                <a:spcPts val="0"/>
              </a:spcBef>
              <a:spcAft>
                <a:spcPts val="0"/>
              </a:spcAft>
              <a:buClr>
                <a:schemeClr val="dk1"/>
              </a:buClr>
              <a:buSzPts val="1400"/>
              <a:buAutoNum type="arabicPeriod"/>
            </a:pPr>
            <a:r>
              <a:rPr lang="en-US" b="1">
                <a:solidFill>
                  <a:schemeClr val="dk1"/>
                </a:solidFill>
              </a:rPr>
              <a:t>ログアウト</a:t>
            </a:r>
            <a:endParaRPr b="1">
              <a:solidFill>
                <a:schemeClr val="dk1"/>
              </a:solidFill>
            </a:endParaRPr>
          </a:p>
          <a:p>
            <a:pPr marL="914400" lvl="1" indent="-317500" algn="l" rtl="0">
              <a:spcBef>
                <a:spcPts val="0"/>
              </a:spcBef>
              <a:spcAft>
                <a:spcPts val="0"/>
              </a:spcAft>
              <a:buClr>
                <a:schemeClr val="dk1"/>
              </a:buClr>
              <a:buSzPts val="1400"/>
              <a:buChar char="○"/>
            </a:pPr>
            <a:r>
              <a:rPr lang="en-US">
                <a:solidFill>
                  <a:schemeClr val="dk1"/>
                </a:solidFill>
              </a:rPr>
              <a:t>アクセストークンを無効にし、一連の操作を安全に終了します 。</a:t>
            </a:r>
            <a:endParaRPr>
              <a:solidFill>
                <a:schemeClr val="dk1"/>
              </a:solidFill>
            </a:endParaRPr>
          </a:p>
          <a:p>
            <a:pPr marL="914400" lvl="1" indent="-317500" algn="l" rtl="0">
              <a:spcBef>
                <a:spcPts val="0"/>
              </a:spcBef>
              <a:spcAft>
                <a:spcPts val="0"/>
              </a:spcAft>
              <a:buClr>
                <a:schemeClr val="dk1"/>
              </a:buClr>
              <a:buSzPts val="1400"/>
              <a:buChar char="○"/>
            </a:pPr>
            <a:r>
              <a:rPr lang="en-US">
                <a:solidFill>
                  <a:schemeClr val="dk1"/>
                </a:solidFill>
              </a:rPr>
              <a:t>なお、ログアウトしなくても5分経つと自動的にアクセストークンは無効になります。</a:t>
            </a:r>
            <a:endParaRPr>
              <a:solidFill>
                <a:schemeClr val="dk1"/>
              </a:solidFill>
            </a:endParaRPr>
          </a:p>
        </p:txBody>
      </p:sp>
      <p:sp>
        <p:nvSpPr>
          <p:cNvPr id="126" name="Google Shape;126;g36dabcc8b32_0_21"/>
          <p:cNvSpPr txBox="1">
            <a:spLocks noGrp="1"/>
          </p:cNvSpPr>
          <p:nvPr>
            <p:ph type="title"/>
          </p:nvPr>
        </p:nvSpPr>
        <p:spPr>
          <a:xfrm>
            <a:off x="583635" y="222235"/>
            <a:ext cx="4528200" cy="3279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US" sz="2000" b="1">
                <a:solidFill>
                  <a:schemeClr val="dk1"/>
                </a:solidFill>
              </a:rPr>
              <a:t>基本的な流れ</a:t>
            </a:r>
            <a:endParaRPr sz="2000" b="1">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36dabcc8b32_0_35"/>
          <p:cNvSpPr/>
          <p:nvPr/>
        </p:nvSpPr>
        <p:spPr>
          <a:xfrm>
            <a:off x="583625" y="3234025"/>
            <a:ext cx="8052900" cy="1449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US" sz="800">
                <a:solidFill>
                  <a:schemeClr val="dk1"/>
                </a:solidFill>
              </a:rPr>
              <a:t>{</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800">
                <a:solidFill>
                  <a:schemeClr val="dk1"/>
                </a:solidFill>
              </a:rPr>
              <a:t>    "status": "OK",</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800">
                <a:solidFill>
                  <a:schemeClr val="dk1"/>
                </a:solidFill>
              </a:rPr>
              <a:t>    "data":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800">
                <a:solidFill>
                  <a:schemeClr val="dk1"/>
                </a:solidFill>
              </a:rPr>
              <a:t>        "access_token": "xxxx"</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800">
                <a:solidFill>
                  <a:schemeClr val="dk1"/>
                </a:solidFill>
              </a:rPr>
              <a:t>    }</a:t>
            </a:r>
            <a:endParaRPr sz="800">
              <a:solidFill>
                <a:schemeClr val="dk1"/>
              </a:solidFill>
            </a:endParaRPr>
          </a:p>
          <a:p>
            <a:pPr marL="0" lvl="0" indent="0" algn="l" rtl="0">
              <a:lnSpc>
                <a:spcPct val="115000"/>
              </a:lnSpc>
              <a:spcBef>
                <a:spcPts val="0"/>
              </a:spcBef>
              <a:spcAft>
                <a:spcPts val="0"/>
              </a:spcAft>
              <a:buNone/>
            </a:pPr>
            <a:r>
              <a:rPr lang="en-US" sz="800">
                <a:solidFill>
                  <a:schemeClr val="dk1"/>
                </a:solidFill>
              </a:rPr>
              <a:t>}</a:t>
            </a:r>
            <a:endParaRPr sz="800"/>
          </a:p>
        </p:txBody>
      </p:sp>
      <p:sp>
        <p:nvSpPr>
          <p:cNvPr id="132" name="Google Shape;132;g36dabcc8b32_0_35"/>
          <p:cNvSpPr txBox="1">
            <a:spLocks noGrp="1"/>
          </p:cNvSpPr>
          <p:nvPr>
            <p:ph type="title"/>
          </p:nvPr>
        </p:nvSpPr>
        <p:spPr>
          <a:xfrm>
            <a:off x="583635" y="222235"/>
            <a:ext cx="4528200" cy="3279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US" sz="2000" b="1">
                <a:solidFill>
                  <a:schemeClr val="dk1"/>
                </a:solidFill>
              </a:rPr>
              <a:t>API仕様 (ログイン)</a:t>
            </a:r>
            <a:endParaRPr sz="2000" b="1">
              <a:solidFill>
                <a:schemeClr val="dk1"/>
              </a:solidFill>
            </a:endParaRPr>
          </a:p>
        </p:txBody>
      </p:sp>
      <p:sp>
        <p:nvSpPr>
          <p:cNvPr id="133" name="Google Shape;133;g36dabcc8b32_0_35"/>
          <p:cNvSpPr txBox="1"/>
          <p:nvPr/>
        </p:nvSpPr>
        <p:spPr>
          <a:xfrm>
            <a:off x="583625" y="708725"/>
            <a:ext cx="8052900" cy="232599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100" b="1" dirty="0">
                <a:solidFill>
                  <a:schemeClr val="dk1"/>
                </a:solidFill>
              </a:rPr>
              <a:t>【</a:t>
            </a:r>
            <a:r>
              <a:rPr lang="en-US" sz="1100" b="1" dirty="0" err="1">
                <a:solidFill>
                  <a:schemeClr val="dk1"/>
                </a:solidFill>
              </a:rPr>
              <a:t>処理の内容</a:t>
            </a:r>
            <a:r>
              <a:rPr lang="en-US" sz="1100" b="1" dirty="0">
                <a:solidFill>
                  <a:schemeClr val="dk1"/>
                </a:solidFill>
              </a:rPr>
              <a:t>】</a:t>
            </a:r>
            <a:endParaRPr sz="1100" b="1" dirty="0">
              <a:solidFill>
                <a:schemeClr val="dk1"/>
              </a:solidFill>
            </a:endParaRPr>
          </a:p>
          <a:p>
            <a:pPr marL="0" lvl="0" indent="0" algn="l" rtl="0">
              <a:lnSpc>
                <a:spcPct val="115000"/>
              </a:lnSpc>
              <a:spcBef>
                <a:spcPts val="0"/>
              </a:spcBef>
              <a:spcAft>
                <a:spcPts val="0"/>
              </a:spcAft>
              <a:buNone/>
            </a:pPr>
            <a:r>
              <a:rPr lang="en-US" sz="1100" dirty="0" err="1">
                <a:solidFill>
                  <a:schemeClr val="dk1"/>
                </a:solidFill>
              </a:rPr>
              <a:t>netkeibaアカウントで認証してアクセストークンを取得します</a:t>
            </a:r>
            <a:r>
              <a:rPr lang="en-US" sz="1100" dirty="0">
                <a:solidFill>
                  <a:schemeClr val="dk1"/>
                </a:solidFill>
              </a:rPr>
              <a:t>。</a:t>
            </a:r>
            <a:endParaRPr sz="1100" dirty="0">
              <a:solidFill>
                <a:schemeClr val="dk1"/>
              </a:solidFill>
            </a:endParaRPr>
          </a:p>
          <a:p>
            <a:pPr marL="0" lvl="0" indent="0" algn="l" rtl="0">
              <a:lnSpc>
                <a:spcPct val="115000"/>
              </a:lnSpc>
              <a:spcBef>
                <a:spcPts val="0"/>
              </a:spcBef>
              <a:spcAft>
                <a:spcPts val="0"/>
              </a:spcAft>
              <a:buNone/>
            </a:pPr>
            <a:r>
              <a:rPr lang="en-US" sz="1100" dirty="0">
                <a:solidFill>
                  <a:schemeClr val="dk1"/>
                </a:solidFill>
              </a:rPr>
              <a:t>アクセストークンの有効期限は300秒(5分間)</a:t>
            </a:r>
            <a:r>
              <a:rPr lang="en-US" sz="1100" dirty="0" err="1">
                <a:solidFill>
                  <a:schemeClr val="dk1"/>
                </a:solidFill>
              </a:rPr>
              <a:t>となります</a:t>
            </a:r>
            <a:r>
              <a:rPr lang="en-US" sz="1100" dirty="0">
                <a:solidFill>
                  <a:schemeClr val="dk1"/>
                </a:solidFill>
              </a:rPr>
              <a:t>。</a:t>
            </a:r>
            <a:endParaRPr sz="1100" dirty="0">
              <a:solidFill>
                <a:schemeClr val="dk1"/>
              </a:solidFill>
            </a:endParaRPr>
          </a:p>
          <a:p>
            <a:pPr marL="0" lvl="0" indent="0" algn="l" rtl="0">
              <a:lnSpc>
                <a:spcPct val="115000"/>
              </a:lnSpc>
              <a:spcBef>
                <a:spcPts val="0"/>
              </a:spcBef>
              <a:spcAft>
                <a:spcPts val="0"/>
              </a:spcAft>
              <a:buNone/>
            </a:pPr>
            <a:r>
              <a:rPr lang="en-US" sz="1100" b="1" dirty="0">
                <a:solidFill>
                  <a:schemeClr val="dk1"/>
                </a:solidFill>
              </a:rPr>
              <a:t>【</a:t>
            </a:r>
            <a:r>
              <a:rPr lang="en-US" sz="1100" b="1" dirty="0" err="1">
                <a:solidFill>
                  <a:schemeClr val="dk1"/>
                </a:solidFill>
              </a:rPr>
              <a:t>API仕様</a:t>
            </a:r>
            <a:r>
              <a:rPr lang="en-US" sz="1100" b="1" dirty="0">
                <a:solidFill>
                  <a:schemeClr val="dk1"/>
                </a:solidFill>
              </a:rPr>
              <a:t>】</a:t>
            </a:r>
            <a:endParaRPr sz="1100" b="1"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a:solidFill>
                  <a:schemeClr val="dk1"/>
                </a:solidFill>
              </a:rPr>
              <a:t>URL：https://</a:t>
            </a:r>
            <a:r>
              <a:rPr lang="en-US" sz="1100" dirty="0" err="1">
                <a:solidFill>
                  <a:schemeClr val="dk1"/>
                </a:solidFill>
              </a:rPr>
              <a:t>masters.netkeiba.com</a:t>
            </a:r>
            <a:r>
              <a:rPr lang="en-US" sz="1100" dirty="0">
                <a:solidFill>
                  <a:schemeClr val="dk1"/>
                </a:solidFill>
              </a:rPr>
              <a:t>/ai2026_student/</a:t>
            </a:r>
            <a:r>
              <a:rPr lang="en-US" sz="1100" dirty="0" err="1">
                <a:solidFill>
                  <a:schemeClr val="dk1"/>
                </a:solidFill>
              </a:rPr>
              <a:t>api</a:t>
            </a:r>
            <a:r>
              <a:rPr lang="en-US" sz="1100" dirty="0">
                <a:solidFill>
                  <a:schemeClr val="dk1"/>
                </a:solidFill>
              </a:rPr>
              <a:t>/login</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リクエストメソッド：POST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追加ヘッダ：Content-Type</a:t>
            </a:r>
            <a:r>
              <a:rPr lang="en-US" sz="1100" dirty="0">
                <a:solidFill>
                  <a:schemeClr val="dk1"/>
                </a:solidFill>
              </a:rPr>
              <a:t>: application/</a:t>
            </a:r>
            <a:r>
              <a:rPr lang="en-US" sz="1100" dirty="0" err="1">
                <a:solidFill>
                  <a:schemeClr val="dk1"/>
                </a:solidFill>
              </a:rPr>
              <a:t>json</a:t>
            </a:r>
            <a:r>
              <a:rPr lang="en-US" sz="1100" dirty="0">
                <a:solidFill>
                  <a:schemeClr val="dk1"/>
                </a:solidFill>
              </a:rPr>
              <a:t> </a:t>
            </a:r>
            <a:r>
              <a:rPr lang="en-US" sz="1100" dirty="0" err="1">
                <a:solidFill>
                  <a:schemeClr val="dk1"/>
                </a:solidFill>
              </a:rPr>
              <a:t>あるいは</a:t>
            </a:r>
            <a:r>
              <a:rPr lang="en-US" sz="1100" dirty="0">
                <a:solidFill>
                  <a:schemeClr val="dk1"/>
                </a:solidFill>
              </a:rPr>
              <a:t> Content-Type: application/x-www-form-</a:t>
            </a:r>
            <a:r>
              <a:rPr lang="en-US" sz="1100" dirty="0" err="1">
                <a:solidFill>
                  <a:schemeClr val="dk1"/>
                </a:solidFill>
              </a:rPr>
              <a:t>urlencoded</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パラメータ</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US" sz="1100" dirty="0">
                <a:solidFill>
                  <a:schemeClr val="dk1"/>
                </a:solidFill>
              </a:rPr>
              <a:t>(string) </a:t>
            </a:r>
            <a:r>
              <a:rPr lang="en-US" sz="1100" dirty="0" err="1">
                <a:solidFill>
                  <a:schemeClr val="dk1"/>
                </a:solidFill>
              </a:rPr>
              <a:t>login_id</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US" sz="1100" dirty="0">
                <a:solidFill>
                  <a:schemeClr val="dk1"/>
                </a:solidFill>
              </a:rPr>
              <a:t>(string) password</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a:solidFill>
                  <a:schemeClr val="dk1"/>
                </a:solidFill>
              </a:rPr>
              <a:t>レスポンス：json形式、文字コードUTF-8</a:t>
            </a:r>
            <a:endParaRPr sz="1100" dirty="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g36dabcc8b32_0_39"/>
          <p:cNvSpPr txBox="1"/>
          <p:nvPr/>
        </p:nvSpPr>
        <p:spPr>
          <a:xfrm>
            <a:off x="583625" y="808650"/>
            <a:ext cx="8052900" cy="252066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100" b="1" dirty="0">
                <a:solidFill>
                  <a:schemeClr val="dk1"/>
                </a:solidFill>
              </a:rPr>
              <a:t>【</a:t>
            </a:r>
            <a:r>
              <a:rPr lang="en-US" sz="1100" b="1" dirty="0" err="1">
                <a:solidFill>
                  <a:schemeClr val="dk1"/>
                </a:solidFill>
              </a:rPr>
              <a:t>処理の内容</a:t>
            </a:r>
            <a:r>
              <a:rPr lang="en-US" sz="1100" b="1" dirty="0">
                <a:solidFill>
                  <a:schemeClr val="dk1"/>
                </a:solidFill>
              </a:rPr>
              <a:t>】</a:t>
            </a:r>
            <a:endParaRPr sz="1100" b="1"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投票処理を行います</a:t>
            </a:r>
            <a:r>
              <a:rPr lang="en-US" sz="1100" dirty="0">
                <a:solidFill>
                  <a:schemeClr val="dk1"/>
                </a:solidFill>
              </a:rPr>
              <a: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複数レース投票可能ですが処理に時間がかかります</a:t>
            </a:r>
            <a:r>
              <a:rPr lang="en-US" sz="1100" dirty="0">
                <a:solidFill>
                  <a:schemeClr val="dk1"/>
                </a:solidFill>
              </a:rPr>
              <a: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a:solidFill>
                  <a:schemeClr val="dk1"/>
                </a:solidFill>
              </a:rPr>
              <a:t>エラーの場合、投票は1件も行われません(status=</a:t>
            </a:r>
            <a:r>
              <a:rPr lang="en-US" sz="1100" dirty="0" err="1">
                <a:solidFill>
                  <a:schemeClr val="dk1"/>
                </a:solidFill>
              </a:rPr>
              <a:t>NGの場合はなにも処理されません</a:t>
            </a:r>
            <a:r>
              <a:rPr lang="en-US" sz="1100" dirty="0">
                <a:solidFill>
                  <a:schemeClr val="dk1"/>
                </a:solidFill>
              </a:rPr>
              <a:t>)</a:t>
            </a:r>
            <a:endParaRPr sz="1100" dirty="0">
              <a:solidFill>
                <a:schemeClr val="dk1"/>
              </a:solidFill>
            </a:endParaRPr>
          </a:p>
          <a:p>
            <a:pPr marL="0" lvl="0" indent="0" algn="l" rtl="0">
              <a:lnSpc>
                <a:spcPct val="115000"/>
              </a:lnSpc>
              <a:spcBef>
                <a:spcPts val="0"/>
              </a:spcBef>
              <a:spcAft>
                <a:spcPts val="0"/>
              </a:spcAft>
              <a:buNone/>
            </a:pPr>
            <a:r>
              <a:rPr lang="en-US" sz="1100" b="1" dirty="0">
                <a:solidFill>
                  <a:schemeClr val="dk1"/>
                </a:solidFill>
              </a:rPr>
              <a:t>【</a:t>
            </a:r>
            <a:r>
              <a:rPr lang="en-US" sz="1100" b="1" dirty="0" err="1">
                <a:solidFill>
                  <a:schemeClr val="dk1"/>
                </a:solidFill>
              </a:rPr>
              <a:t>API仕様</a:t>
            </a:r>
            <a:r>
              <a:rPr lang="en-US" sz="1100" b="1" dirty="0">
                <a:solidFill>
                  <a:schemeClr val="dk1"/>
                </a:solidFill>
              </a:rPr>
              <a: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a:solidFill>
                  <a:schemeClr val="dk1"/>
                </a:solidFill>
              </a:rPr>
              <a:t>URL：https://</a:t>
            </a:r>
            <a:r>
              <a:rPr lang="en-US" sz="1100" dirty="0" err="1">
                <a:solidFill>
                  <a:schemeClr val="dk1"/>
                </a:solidFill>
              </a:rPr>
              <a:t>masters.netkeiba.com</a:t>
            </a:r>
            <a:r>
              <a:rPr lang="en-US" sz="1100" dirty="0">
                <a:solidFill>
                  <a:schemeClr val="dk1"/>
                </a:solidFill>
              </a:rPr>
              <a:t>/ai2026_student/</a:t>
            </a:r>
            <a:r>
              <a:rPr lang="en-US" sz="1100" dirty="0" err="1">
                <a:solidFill>
                  <a:schemeClr val="dk1"/>
                </a:solidFill>
              </a:rPr>
              <a:t>api</a:t>
            </a:r>
            <a:r>
              <a:rPr lang="en-US" sz="1100" dirty="0">
                <a:solidFill>
                  <a:schemeClr val="dk1"/>
                </a:solidFill>
              </a:rPr>
              <a:t>/bet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リクエストメソッド：POST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追加ヘッダ：Content-Type</a:t>
            </a:r>
            <a:r>
              <a:rPr lang="en-US" sz="1100" dirty="0">
                <a:solidFill>
                  <a:schemeClr val="dk1"/>
                </a:solidFill>
              </a:rPr>
              <a:t>: application/</a:t>
            </a:r>
            <a:r>
              <a:rPr lang="en-US" sz="1100" dirty="0" err="1">
                <a:solidFill>
                  <a:schemeClr val="dk1"/>
                </a:solidFill>
              </a:rPr>
              <a:t>json</a:t>
            </a:r>
            <a:r>
              <a:rPr lang="en-US" sz="1100" dirty="0">
                <a:solidFill>
                  <a:schemeClr val="dk1"/>
                </a:solidFill>
              </a:rPr>
              <a:t> </a:t>
            </a:r>
            <a:r>
              <a:rPr lang="en-US" sz="1100" dirty="0" err="1">
                <a:solidFill>
                  <a:schemeClr val="dk1"/>
                </a:solidFill>
              </a:rPr>
              <a:t>あるいは</a:t>
            </a:r>
            <a:r>
              <a:rPr lang="en-US" sz="1100" dirty="0">
                <a:solidFill>
                  <a:schemeClr val="dk1"/>
                </a:solidFill>
              </a:rPr>
              <a:t> Content-Type: application/x-www-form-</a:t>
            </a:r>
            <a:r>
              <a:rPr lang="en-US" sz="1100" dirty="0" err="1">
                <a:solidFill>
                  <a:schemeClr val="dk1"/>
                </a:solidFill>
              </a:rPr>
              <a:t>urlencoded</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追加ヘッダ：Authorization</a:t>
            </a:r>
            <a:r>
              <a:rPr lang="en-US" sz="1100" dirty="0">
                <a:solidFill>
                  <a:schemeClr val="dk1"/>
                </a:solidFill>
              </a:rPr>
              <a:t>: Bearer </a:t>
            </a:r>
            <a:r>
              <a:rPr lang="en-US" sz="1100" dirty="0" err="1">
                <a:solidFill>
                  <a:schemeClr val="dk1"/>
                </a:solidFill>
              </a:rPr>
              <a:t>アクセストークン</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パラメータ</a:t>
            </a:r>
            <a:r>
              <a:rPr lang="en-US" sz="1100" dirty="0">
                <a:solidFill>
                  <a:schemeClr val="dk1"/>
                </a:solidFill>
              </a:rPr>
              <a:t>：(array) </a:t>
            </a:r>
            <a:r>
              <a:rPr lang="en-US" sz="1100" dirty="0" err="1">
                <a:solidFill>
                  <a:schemeClr val="dk1"/>
                </a:solidFill>
              </a:rPr>
              <a:t>bet_data</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US" sz="1100" dirty="0">
                <a:solidFill>
                  <a:schemeClr val="dk1"/>
                </a:solidFill>
              </a:rPr>
              <a:t>※</a:t>
            </a:r>
            <a:r>
              <a:rPr lang="en-US" sz="1100" dirty="0" err="1">
                <a:solidFill>
                  <a:schemeClr val="dk1"/>
                </a:solidFill>
              </a:rPr>
              <a:t>配列構造はサンプルスクリプトを参照</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a:solidFill>
                  <a:schemeClr val="dk1"/>
                </a:solidFill>
              </a:rPr>
              <a:t>レスポンス：json形式、文字コードUTF-8</a:t>
            </a:r>
            <a:endParaRPr sz="1100" dirty="0">
              <a:solidFill>
                <a:schemeClr val="dk1"/>
              </a:solidFill>
            </a:endParaRPr>
          </a:p>
        </p:txBody>
      </p:sp>
      <p:sp>
        <p:nvSpPr>
          <p:cNvPr id="139" name="Google Shape;139;g36dabcc8b32_0_39"/>
          <p:cNvSpPr/>
          <p:nvPr/>
        </p:nvSpPr>
        <p:spPr>
          <a:xfrm>
            <a:off x="583625" y="3202600"/>
            <a:ext cx="8052900" cy="1874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800">
                <a:solidFill>
                  <a:schemeClr val="dk1"/>
                </a:solidFill>
              </a:rPr>
              <a:t>{</a:t>
            </a:r>
            <a:endParaRPr sz="800">
              <a:solidFill>
                <a:schemeClr val="dk1"/>
              </a:solidFill>
            </a:endParaRPr>
          </a:p>
          <a:p>
            <a:pPr marL="0" lvl="0" indent="0" algn="l" rtl="0">
              <a:lnSpc>
                <a:spcPct val="115000"/>
              </a:lnSpc>
              <a:spcBef>
                <a:spcPts val="0"/>
              </a:spcBef>
              <a:spcAft>
                <a:spcPts val="0"/>
              </a:spcAft>
              <a:buNone/>
            </a:pPr>
            <a:r>
              <a:rPr lang="en-US" sz="800">
                <a:solidFill>
                  <a:schemeClr val="dk1"/>
                </a:solidFill>
              </a:rPr>
              <a:t>    "status": "OK",</a:t>
            </a:r>
            <a:endParaRPr sz="800">
              <a:solidFill>
                <a:schemeClr val="dk1"/>
              </a:solidFill>
            </a:endParaRPr>
          </a:p>
          <a:p>
            <a:pPr marL="0" lvl="0" indent="0" algn="l" rtl="0">
              <a:lnSpc>
                <a:spcPct val="115000"/>
              </a:lnSpc>
              <a:spcBef>
                <a:spcPts val="0"/>
              </a:spcBef>
              <a:spcAft>
                <a:spcPts val="0"/>
              </a:spcAft>
              <a:buNone/>
            </a:pPr>
            <a:r>
              <a:rPr lang="en-US" sz="800">
                <a:solidFill>
                  <a:schemeClr val="dk1"/>
                </a:solidFill>
              </a:rPr>
              <a:t>    "data": {</a:t>
            </a:r>
            <a:endParaRPr sz="800">
              <a:solidFill>
                <a:schemeClr val="dk1"/>
              </a:solidFill>
            </a:endParaRPr>
          </a:p>
          <a:p>
            <a:pPr marL="0" lvl="0" indent="0" algn="l" rtl="0">
              <a:lnSpc>
                <a:spcPct val="115000"/>
              </a:lnSpc>
              <a:spcBef>
                <a:spcPts val="0"/>
              </a:spcBef>
              <a:spcAft>
                <a:spcPts val="0"/>
              </a:spcAft>
              <a:buNone/>
            </a:pPr>
            <a:r>
              <a:rPr lang="en-US" sz="800">
                <a:solidFill>
                  <a:schemeClr val="dk1"/>
                </a:solidFill>
              </a:rPr>
              <a:t>        "list_bet_race": [</a:t>
            </a:r>
            <a:endParaRPr sz="800">
              <a:solidFill>
                <a:schemeClr val="dk1"/>
              </a:solidFill>
            </a:endParaRPr>
          </a:p>
          <a:p>
            <a:pPr marL="0" lvl="0" indent="0" algn="l" rtl="0">
              <a:lnSpc>
                <a:spcPct val="115000"/>
              </a:lnSpc>
              <a:spcBef>
                <a:spcPts val="0"/>
              </a:spcBef>
              <a:spcAft>
                <a:spcPts val="0"/>
              </a:spcAft>
              <a:buNone/>
            </a:pPr>
            <a:r>
              <a:rPr lang="en-US" sz="800">
                <a:solidFill>
                  <a:schemeClr val="dk1"/>
                </a:solidFill>
              </a:rPr>
              <a:t>            "阪神10R 花のみちS：合計10,000円 単勝 1点",</a:t>
            </a:r>
            <a:endParaRPr sz="800">
              <a:solidFill>
                <a:schemeClr val="dk1"/>
              </a:solidFill>
            </a:endParaRPr>
          </a:p>
          <a:p>
            <a:pPr marL="0" lvl="0" indent="0" algn="l" rtl="0">
              <a:lnSpc>
                <a:spcPct val="115000"/>
              </a:lnSpc>
              <a:spcBef>
                <a:spcPts val="0"/>
              </a:spcBef>
              <a:spcAft>
                <a:spcPts val="0"/>
              </a:spcAft>
              <a:buNone/>
            </a:pPr>
            <a:r>
              <a:rPr lang="en-US" sz="800">
                <a:solidFill>
                  <a:schemeClr val="dk1"/>
                </a:solidFill>
              </a:rPr>
              <a:t>            "阪神11R 宝塚記念：合計10,000円 複勝 1点 / 単勝 1点"</a:t>
            </a:r>
            <a:endParaRPr sz="800">
              <a:solidFill>
                <a:schemeClr val="dk1"/>
              </a:solidFill>
            </a:endParaRPr>
          </a:p>
          <a:p>
            <a:pPr marL="0" lvl="0" indent="0" algn="l" rtl="0">
              <a:lnSpc>
                <a:spcPct val="115000"/>
              </a:lnSpc>
              <a:spcBef>
                <a:spcPts val="0"/>
              </a:spcBef>
              <a:spcAft>
                <a:spcPts val="0"/>
              </a:spcAft>
              <a:buNone/>
            </a:pPr>
            <a:r>
              <a:rPr lang="en-US" sz="800">
                <a:solidFill>
                  <a:schemeClr val="dk1"/>
                </a:solidFill>
              </a:rPr>
              <a:t>        ],</a:t>
            </a:r>
            <a:endParaRPr sz="800">
              <a:solidFill>
                <a:schemeClr val="dk1"/>
              </a:solidFill>
            </a:endParaRPr>
          </a:p>
          <a:p>
            <a:pPr marL="0" lvl="0" indent="0" algn="l" rtl="0">
              <a:lnSpc>
                <a:spcPct val="115000"/>
              </a:lnSpc>
              <a:spcBef>
                <a:spcPts val="0"/>
              </a:spcBef>
              <a:spcAft>
                <a:spcPts val="0"/>
              </a:spcAft>
              <a:buNone/>
            </a:pPr>
            <a:r>
              <a:rPr lang="en-US" sz="800">
                <a:solidFill>
                  <a:schemeClr val="dk1"/>
                </a:solidFill>
              </a:rPr>
              <a:t>        "success_count": 2,</a:t>
            </a:r>
            <a:endParaRPr sz="800">
              <a:solidFill>
                <a:schemeClr val="dk1"/>
              </a:solidFill>
            </a:endParaRPr>
          </a:p>
          <a:p>
            <a:pPr marL="0" lvl="0" indent="0" algn="l" rtl="0">
              <a:lnSpc>
                <a:spcPct val="115000"/>
              </a:lnSpc>
              <a:spcBef>
                <a:spcPts val="0"/>
              </a:spcBef>
              <a:spcAft>
                <a:spcPts val="0"/>
              </a:spcAft>
              <a:buNone/>
            </a:pPr>
            <a:r>
              <a:rPr lang="en-US" sz="800">
                <a:solidFill>
                  <a:schemeClr val="dk1"/>
                </a:solidFill>
              </a:rPr>
              <a:t>        "error_count": 0,</a:t>
            </a:r>
            <a:endParaRPr sz="800">
              <a:solidFill>
                <a:schemeClr val="dk1"/>
              </a:solidFill>
            </a:endParaRPr>
          </a:p>
          <a:p>
            <a:pPr marL="0" lvl="0" indent="0" algn="l" rtl="0">
              <a:lnSpc>
                <a:spcPct val="115000"/>
              </a:lnSpc>
              <a:spcBef>
                <a:spcPts val="0"/>
              </a:spcBef>
              <a:spcAft>
                <a:spcPts val="0"/>
              </a:spcAft>
              <a:buNone/>
            </a:pPr>
            <a:r>
              <a:rPr lang="en-US" sz="800">
                <a:solidFill>
                  <a:schemeClr val="dk1"/>
                </a:solidFill>
              </a:rPr>
              <a:t>        "list_error": []</a:t>
            </a:r>
            <a:endParaRPr sz="800">
              <a:solidFill>
                <a:schemeClr val="dk1"/>
              </a:solidFill>
            </a:endParaRPr>
          </a:p>
          <a:p>
            <a:pPr marL="0" lvl="0" indent="0" algn="l" rtl="0">
              <a:lnSpc>
                <a:spcPct val="115000"/>
              </a:lnSpc>
              <a:spcBef>
                <a:spcPts val="0"/>
              </a:spcBef>
              <a:spcAft>
                <a:spcPts val="0"/>
              </a:spcAft>
              <a:buNone/>
            </a:pPr>
            <a:r>
              <a:rPr lang="en-US" sz="800">
                <a:solidFill>
                  <a:schemeClr val="dk1"/>
                </a:solidFill>
              </a:rPr>
              <a:t>    }</a:t>
            </a:r>
            <a:endParaRPr sz="800">
              <a:solidFill>
                <a:schemeClr val="dk1"/>
              </a:solidFill>
            </a:endParaRPr>
          </a:p>
          <a:p>
            <a:pPr marL="0" lvl="0" indent="0" algn="l" rtl="0">
              <a:lnSpc>
                <a:spcPct val="115000"/>
              </a:lnSpc>
              <a:spcBef>
                <a:spcPts val="0"/>
              </a:spcBef>
              <a:spcAft>
                <a:spcPts val="0"/>
              </a:spcAft>
              <a:buNone/>
            </a:pPr>
            <a:r>
              <a:rPr lang="en-US" sz="800">
                <a:solidFill>
                  <a:schemeClr val="dk1"/>
                </a:solidFill>
              </a:rPr>
              <a:t>    "remaining_money":"216000"</a:t>
            </a:r>
            <a:endParaRPr sz="800">
              <a:solidFill>
                <a:schemeClr val="dk1"/>
              </a:solidFill>
            </a:endParaRPr>
          </a:p>
          <a:p>
            <a:pPr marL="0" lvl="0" indent="0" algn="l" rtl="0">
              <a:lnSpc>
                <a:spcPct val="115000"/>
              </a:lnSpc>
              <a:spcBef>
                <a:spcPts val="0"/>
              </a:spcBef>
              <a:spcAft>
                <a:spcPts val="0"/>
              </a:spcAft>
              <a:buNone/>
            </a:pPr>
            <a:r>
              <a:rPr lang="en-US" sz="800">
                <a:solidFill>
                  <a:schemeClr val="dk1"/>
                </a:solidFill>
              </a:rPr>
              <a:t>}</a:t>
            </a:r>
            <a:endParaRPr sz="800">
              <a:solidFill>
                <a:schemeClr val="dk1"/>
              </a:solidFill>
            </a:endParaRPr>
          </a:p>
        </p:txBody>
      </p:sp>
      <p:sp>
        <p:nvSpPr>
          <p:cNvPr id="140" name="Google Shape;140;g36dabcc8b32_0_39"/>
          <p:cNvSpPr txBox="1">
            <a:spLocks noGrp="1"/>
          </p:cNvSpPr>
          <p:nvPr>
            <p:ph type="title"/>
          </p:nvPr>
        </p:nvSpPr>
        <p:spPr>
          <a:xfrm>
            <a:off x="583635" y="234635"/>
            <a:ext cx="4528200" cy="3279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US" sz="2000" b="1">
                <a:solidFill>
                  <a:schemeClr val="dk1"/>
                </a:solidFill>
              </a:rPr>
              <a:t>API仕様 (投票)</a:t>
            </a:r>
            <a:endParaRPr sz="2000" b="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36dabcc8b32_0_55"/>
          <p:cNvSpPr txBox="1"/>
          <p:nvPr/>
        </p:nvSpPr>
        <p:spPr>
          <a:xfrm>
            <a:off x="583625" y="685588"/>
            <a:ext cx="8052900" cy="213132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100" b="1" dirty="0">
                <a:solidFill>
                  <a:schemeClr val="dk1"/>
                </a:solidFill>
              </a:rPr>
              <a:t>【</a:t>
            </a:r>
            <a:r>
              <a:rPr lang="en-US" sz="1100" b="1" dirty="0" err="1">
                <a:solidFill>
                  <a:schemeClr val="dk1"/>
                </a:solidFill>
              </a:rPr>
              <a:t>処理の内容</a:t>
            </a:r>
            <a:r>
              <a:rPr lang="en-US" sz="1100" b="1" dirty="0">
                <a:solidFill>
                  <a:schemeClr val="dk1"/>
                </a:solidFill>
              </a:rPr>
              <a:t>】</a:t>
            </a:r>
            <a:endParaRPr sz="1100" b="1"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投票後、投票内容を確認します</a:t>
            </a:r>
            <a:r>
              <a:rPr lang="en-US" sz="1100" dirty="0">
                <a:solidFill>
                  <a:schemeClr val="dk1"/>
                </a:solidFill>
              </a:rPr>
              <a: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a:solidFill>
                  <a:schemeClr val="dk1"/>
                </a:solidFill>
              </a:rPr>
              <a:t>投票後は1分程度あけてからアクセスしてください</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US" sz="1100" dirty="0">
                <a:solidFill>
                  <a:schemeClr val="dk1"/>
                </a:solidFill>
              </a:rPr>
              <a:t>(</a:t>
            </a:r>
            <a:r>
              <a:rPr lang="en-US" sz="1100" dirty="0" err="1">
                <a:solidFill>
                  <a:schemeClr val="dk1"/>
                </a:solidFill>
              </a:rPr>
              <a:t>投票直後は非同期の処理のため取得できないことがあります</a:t>
            </a:r>
            <a:r>
              <a:rPr lang="en-US" sz="1100" dirty="0">
                <a:solidFill>
                  <a:schemeClr val="dk1"/>
                </a:solidFill>
              </a:rPr>
              <a:t>)</a:t>
            </a:r>
            <a:endParaRPr sz="1100" b="1" dirty="0">
              <a:solidFill>
                <a:schemeClr val="dk1"/>
              </a:solidFill>
            </a:endParaRPr>
          </a:p>
          <a:p>
            <a:pPr marL="0" lvl="0" indent="0" algn="l" rtl="0">
              <a:lnSpc>
                <a:spcPct val="115000"/>
              </a:lnSpc>
              <a:spcBef>
                <a:spcPts val="0"/>
              </a:spcBef>
              <a:spcAft>
                <a:spcPts val="0"/>
              </a:spcAft>
              <a:buNone/>
            </a:pPr>
            <a:r>
              <a:rPr lang="en-US" sz="1100" b="1" dirty="0">
                <a:solidFill>
                  <a:schemeClr val="dk1"/>
                </a:solidFill>
              </a:rPr>
              <a:t>【</a:t>
            </a:r>
            <a:r>
              <a:rPr lang="en-US" sz="1100" b="1" dirty="0" err="1">
                <a:solidFill>
                  <a:schemeClr val="dk1"/>
                </a:solidFill>
              </a:rPr>
              <a:t>API仕様</a:t>
            </a:r>
            <a:r>
              <a:rPr lang="en-US" sz="1100" b="1" dirty="0">
                <a:solidFill>
                  <a:schemeClr val="dk1"/>
                </a:solidFill>
              </a:rPr>
              <a: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a:solidFill>
                  <a:schemeClr val="dk1"/>
                </a:solidFill>
              </a:rPr>
              <a:t>URL：https://</a:t>
            </a:r>
            <a:r>
              <a:rPr lang="en-US" sz="1100" dirty="0" err="1">
                <a:solidFill>
                  <a:schemeClr val="dk1"/>
                </a:solidFill>
              </a:rPr>
              <a:t>masters.netkeiba.com</a:t>
            </a:r>
            <a:r>
              <a:rPr lang="en-US" sz="1100" dirty="0">
                <a:solidFill>
                  <a:schemeClr val="dk1"/>
                </a:solidFill>
              </a:rPr>
              <a:t>/ai2026_student/</a:t>
            </a:r>
            <a:r>
              <a:rPr lang="en-US" sz="1100" dirty="0" err="1">
                <a:solidFill>
                  <a:schemeClr val="dk1"/>
                </a:solidFill>
              </a:rPr>
              <a:t>api</a:t>
            </a:r>
            <a:r>
              <a:rPr lang="en-US" sz="1100" dirty="0">
                <a:solidFill>
                  <a:schemeClr val="dk1"/>
                </a:solidFill>
              </a:rPr>
              <a:t>/bet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リクエストメソッド：GET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追加ヘッダ：Authorization</a:t>
            </a:r>
            <a:r>
              <a:rPr lang="en-US" sz="1100" dirty="0">
                <a:solidFill>
                  <a:schemeClr val="dk1"/>
                </a:solidFill>
              </a:rPr>
              <a:t>: Bearer </a:t>
            </a:r>
            <a:r>
              <a:rPr lang="en-US" sz="1100" dirty="0" err="1">
                <a:solidFill>
                  <a:schemeClr val="dk1"/>
                </a:solidFill>
              </a:rPr>
              <a:t>アクセストークン、Content-Typeは指定不要</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パラメータ</a:t>
            </a:r>
            <a:r>
              <a:rPr lang="en-US" sz="1100" dirty="0">
                <a:solidFill>
                  <a:schemeClr val="dk1"/>
                </a:solidFill>
              </a:rPr>
              <a:t>：(array) </a:t>
            </a:r>
            <a:r>
              <a:rPr lang="en-US" sz="1100" dirty="0" err="1">
                <a:solidFill>
                  <a:schemeClr val="dk1"/>
                </a:solidFill>
              </a:rPr>
              <a:t>race_id</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a:solidFill>
                  <a:schemeClr val="dk1"/>
                </a:solidFill>
              </a:rPr>
              <a:t>レスポンス：json形式、文字コードUTF-8</a:t>
            </a:r>
            <a:endParaRPr sz="1100" dirty="0">
              <a:solidFill>
                <a:schemeClr val="dk1"/>
              </a:solidFill>
            </a:endParaRPr>
          </a:p>
        </p:txBody>
      </p:sp>
      <p:sp>
        <p:nvSpPr>
          <p:cNvPr id="146" name="Google Shape;146;g36dabcc8b32_0_55"/>
          <p:cNvSpPr txBox="1">
            <a:spLocks noGrp="1"/>
          </p:cNvSpPr>
          <p:nvPr>
            <p:ph type="title"/>
          </p:nvPr>
        </p:nvSpPr>
        <p:spPr>
          <a:xfrm>
            <a:off x="583635" y="234635"/>
            <a:ext cx="4528200" cy="3279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US" sz="2000" b="1">
                <a:solidFill>
                  <a:schemeClr val="dk1"/>
                </a:solidFill>
              </a:rPr>
              <a:t>API仕様 (投票内容の確認)</a:t>
            </a:r>
            <a:endParaRPr sz="2000" b="1">
              <a:solidFill>
                <a:schemeClr val="dk1"/>
              </a:solidFill>
            </a:endParaRPr>
          </a:p>
        </p:txBody>
      </p:sp>
      <p:sp>
        <p:nvSpPr>
          <p:cNvPr id="147" name="Google Shape;147;g36dabcc8b32_0_55"/>
          <p:cNvSpPr/>
          <p:nvPr/>
        </p:nvSpPr>
        <p:spPr>
          <a:xfrm>
            <a:off x="583625" y="2914950"/>
            <a:ext cx="4042500" cy="2106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700">
                <a:solidFill>
                  <a:schemeClr val="dk1"/>
                </a:solidFill>
              </a:rPr>
              <a:t>{</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"status": "OK",</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"data":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"race_id": "2022H1121104",</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"mark":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"5": 2,</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"9": 1</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"bet":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"bet_id": "b1_c0_9",</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"money": "10000"</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p:txBody>
      </p:sp>
      <p:sp>
        <p:nvSpPr>
          <p:cNvPr id="148" name="Google Shape;148;g36dabcc8b32_0_55"/>
          <p:cNvSpPr/>
          <p:nvPr/>
        </p:nvSpPr>
        <p:spPr>
          <a:xfrm>
            <a:off x="4765025" y="2688325"/>
            <a:ext cx="4042500" cy="2389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"race_id": "2022H1121105",</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"mark":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"1": 1,</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"12": 2</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"bet":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"bet_id": "b1_c0_1",</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"money": "6000"</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"bet_id": "b2_c0_12",</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"money": "4000"</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a:t>
            </a:r>
            <a:endParaRPr sz="700">
              <a:solidFill>
                <a:schemeClr val="dk1"/>
              </a:solidFill>
            </a:endParaRPr>
          </a:p>
        </p:txBody>
      </p:sp>
      <p:sp>
        <p:nvSpPr>
          <p:cNvPr id="149" name="Google Shape;149;g36dabcc8b32_0_55"/>
          <p:cNvSpPr/>
          <p:nvPr/>
        </p:nvSpPr>
        <p:spPr>
          <a:xfrm>
            <a:off x="2334065" y="4910325"/>
            <a:ext cx="541600" cy="199875"/>
          </a:xfrm>
          <a:prstGeom prst="flowChartPunchedTape">
            <a:avLst/>
          </a:prstGeom>
          <a:solidFill>
            <a:srgbClr val="88888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 name="Google Shape;150;g36dabcc8b32_0_55"/>
          <p:cNvSpPr/>
          <p:nvPr/>
        </p:nvSpPr>
        <p:spPr>
          <a:xfrm>
            <a:off x="6515465" y="2571750"/>
            <a:ext cx="541600" cy="199875"/>
          </a:xfrm>
          <a:prstGeom prst="flowChartPunchedTape">
            <a:avLst/>
          </a:prstGeom>
          <a:solidFill>
            <a:srgbClr val="88888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6dabcc8b32_0_66"/>
          <p:cNvSpPr txBox="1"/>
          <p:nvPr/>
        </p:nvSpPr>
        <p:spPr>
          <a:xfrm>
            <a:off x="583625" y="685588"/>
            <a:ext cx="8052900" cy="193665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100" b="1" dirty="0">
                <a:solidFill>
                  <a:schemeClr val="dk1"/>
                </a:solidFill>
              </a:rPr>
              <a:t>【</a:t>
            </a:r>
            <a:r>
              <a:rPr lang="en-US" sz="1100" b="1" dirty="0" err="1">
                <a:solidFill>
                  <a:schemeClr val="dk1"/>
                </a:solidFill>
              </a:rPr>
              <a:t>処理の内容</a:t>
            </a:r>
            <a:r>
              <a:rPr lang="en-US" sz="1100" b="1" dirty="0">
                <a:solidFill>
                  <a:schemeClr val="dk1"/>
                </a:solidFill>
              </a:rPr>
              <a:t>】</a:t>
            </a:r>
            <a:endParaRPr sz="1100" b="1"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ログイン時に発行されたアクセストークンを無効にします</a:t>
            </a:r>
            <a:r>
              <a:rPr lang="en-US" sz="1100" dirty="0">
                <a:solidFill>
                  <a:schemeClr val="dk1"/>
                </a:solidFill>
              </a:rPr>
              <a: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a:solidFill>
                  <a:schemeClr val="dk1"/>
                </a:solidFill>
              </a:rPr>
              <a:t>5分で自動で破棄されるため、ログアウトは不要です。</a:t>
            </a:r>
            <a:endParaRPr sz="1100" dirty="0">
              <a:solidFill>
                <a:schemeClr val="dk1"/>
              </a:solidFill>
            </a:endParaRPr>
          </a:p>
          <a:p>
            <a:pPr marL="0" lvl="0" indent="0" algn="l" rtl="0">
              <a:lnSpc>
                <a:spcPct val="115000"/>
              </a:lnSpc>
              <a:spcBef>
                <a:spcPts val="0"/>
              </a:spcBef>
              <a:spcAft>
                <a:spcPts val="0"/>
              </a:spcAft>
              <a:buNone/>
            </a:pPr>
            <a:r>
              <a:rPr lang="en-US" sz="1100" b="1" dirty="0">
                <a:solidFill>
                  <a:schemeClr val="dk1"/>
                </a:solidFill>
              </a:rPr>
              <a:t>【</a:t>
            </a:r>
            <a:r>
              <a:rPr lang="en-US" sz="1100" b="1" dirty="0" err="1">
                <a:solidFill>
                  <a:schemeClr val="dk1"/>
                </a:solidFill>
              </a:rPr>
              <a:t>API仕様</a:t>
            </a:r>
            <a:r>
              <a:rPr lang="en-US" sz="1100" b="1" dirty="0">
                <a:solidFill>
                  <a:schemeClr val="dk1"/>
                </a:solidFill>
              </a:rPr>
              <a: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a:solidFill>
                  <a:schemeClr val="dk1"/>
                </a:solidFill>
              </a:rPr>
              <a:t>URL：https://</a:t>
            </a:r>
            <a:r>
              <a:rPr lang="en-US" sz="1100" dirty="0" err="1">
                <a:solidFill>
                  <a:schemeClr val="dk1"/>
                </a:solidFill>
              </a:rPr>
              <a:t>masters.netkeiba.com</a:t>
            </a:r>
            <a:r>
              <a:rPr lang="en-US" sz="1100" dirty="0">
                <a:solidFill>
                  <a:schemeClr val="dk1"/>
                </a:solidFill>
              </a:rPr>
              <a:t>/ai2026_student/</a:t>
            </a:r>
            <a:r>
              <a:rPr lang="en-US" sz="1100" dirty="0" err="1">
                <a:solidFill>
                  <a:schemeClr val="dk1"/>
                </a:solidFill>
              </a:rPr>
              <a:t>api</a:t>
            </a:r>
            <a:r>
              <a:rPr lang="en-US" sz="1100" dirty="0">
                <a:solidFill>
                  <a:schemeClr val="dk1"/>
                </a:solidFill>
              </a:rPr>
              <a:t>/logout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リクエストメソッド：POST</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追加ヘッダ：Authorization</a:t>
            </a:r>
            <a:r>
              <a:rPr lang="en-US" sz="1100" dirty="0">
                <a:solidFill>
                  <a:schemeClr val="dk1"/>
                </a:solidFill>
              </a:rPr>
              <a:t>: Bearer </a:t>
            </a:r>
            <a:r>
              <a:rPr lang="en-US" sz="1100" dirty="0" err="1">
                <a:solidFill>
                  <a:schemeClr val="dk1"/>
                </a:solidFill>
              </a:rPr>
              <a:t>アクセストークン、Content-Typeは指定不要</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err="1">
                <a:solidFill>
                  <a:schemeClr val="dk1"/>
                </a:solidFill>
              </a:rPr>
              <a:t>パラメータ：なし</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dirty="0">
                <a:solidFill>
                  <a:schemeClr val="dk1"/>
                </a:solidFill>
              </a:rPr>
              <a:t>レスポンス：json形式、文字コードUTF-8</a:t>
            </a:r>
            <a:endParaRPr sz="1100" dirty="0">
              <a:solidFill>
                <a:schemeClr val="dk1"/>
              </a:solidFill>
            </a:endParaRPr>
          </a:p>
        </p:txBody>
      </p:sp>
      <p:sp>
        <p:nvSpPr>
          <p:cNvPr id="156" name="Google Shape;156;g36dabcc8b32_0_66"/>
          <p:cNvSpPr txBox="1">
            <a:spLocks noGrp="1"/>
          </p:cNvSpPr>
          <p:nvPr>
            <p:ph type="title"/>
          </p:nvPr>
        </p:nvSpPr>
        <p:spPr>
          <a:xfrm>
            <a:off x="583635" y="234635"/>
            <a:ext cx="4528200" cy="3279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US" sz="2000" b="1">
                <a:solidFill>
                  <a:schemeClr val="dk1"/>
                </a:solidFill>
              </a:rPr>
              <a:t>API仕様 (ログアウト)</a:t>
            </a:r>
            <a:endParaRPr sz="2000" b="1">
              <a:solidFill>
                <a:schemeClr val="dk1"/>
              </a:solidFill>
            </a:endParaRPr>
          </a:p>
        </p:txBody>
      </p:sp>
      <p:sp>
        <p:nvSpPr>
          <p:cNvPr id="157" name="Google Shape;157;g36dabcc8b32_0_66"/>
          <p:cNvSpPr/>
          <p:nvPr/>
        </p:nvSpPr>
        <p:spPr>
          <a:xfrm>
            <a:off x="583625" y="3808450"/>
            <a:ext cx="8052900" cy="1031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700">
                <a:solidFill>
                  <a:schemeClr val="dk1"/>
                </a:solidFill>
              </a:rPr>
              <a:t>{</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"status": "OK",</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    "data": []</a:t>
            </a:r>
            <a:endParaRPr sz="700">
              <a:solidFill>
                <a:schemeClr val="dk1"/>
              </a:solidFill>
            </a:endParaRPr>
          </a:p>
          <a:p>
            <a:pPr marL="0" lvl="0" indent="0" algn="l" rtl="0">
              <a:lnSpc>
                <a:spcPct val="115000"/>
              </a:lnSpc>
              <a:spcBef>
                <a:spcPts val="0"/>
              </a:spcBef>
              <a:spcAft>
                <a:spcPts val="0"/>
              </a:spcAft>
              <a:buNone/>
            </a:pPr>
            <a:r>
              <a:rPr lang="en-US" sz="700">
                <a:solidFill>
                  <a:schemeClr val="dk1"/>
                </a:solidFill>
              </a:rPr>
              <a:t>}</a:t>
            </a:r>
            <a:endParaRPr sz="7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p:nvPr/>
        </p:nvSpPr>
        <p:spPr>
          <a:xfrm>
            <a:off x="408061" y="900146"/>
            <a:ext cx="4018200" cy="3675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ファイルの項目ルール</a:t>
            </a:r>
            <a:endParaRPr sz="1400" b="0" i="0" u="none" strike="noStrike" cap="none">
              <a:solidFill>
                <a:srgbClr val="000000"/>
              </a:solidFill>
              <a:latin typeface="Arial"/>
              <a:ea typeface="Arial"/>
              <a:cs typeface="Arial"/>
              <a:sym typeface="Arial"/>
            </a:endParaRPr>
          </a:p>
          <a:p>
            <a:pPr marL="457200" marR="0" lvl="0" indent="-304800" algn="l" rtl="0">
              <a:lnSpc>
                <a:spcPct val="9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mark項目：印番号 1=◎ 2=◯ 3=▲ 4=△、◎は必須、◎◯▲は1つまで。△は複数指定可能。</a:t>
            </a:r>
            <a:endParaRPr sz="1400" b="0" i="0" u="none" strike="noStrike" cap="none">
              <a:solidFill>
                <a:srgbClr val="000000"/>
              </a:solidFill>
              <a:latin typeface="Arial"/>
              <a:ea typeface="Arial"/>
              <a:cs typeface="Arial"/>
              <a:sym typeface="Arial"/>
            </a:endParaRPr>
          </a:p>
          <a:p>
            <a:pPr marL="457200" marR="0" lvl="0" indent="-304800" algn="l" rtl="0">
              <a:lnSpc>
                <a:spcPct val="9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bet項目：コード仕様は次項</a:t>
            </a:r>
            <a:endParaRPr sz="12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None/>
            </a:pPr>
            <a:endParaRPr sz="1200">
              <a:solidFill>
                <a:schemeClr val="dk1"/>
              </a:solidFill>
            </a:endParaRPr>
          </a:p>
          <a:p>
            <a:pPr marL="0" marR="0" lvl="0" indent="0" algn="l" rtl="0">
              <a:lnSpc>
                <a:spcPct val="90000"/>
              </a:lnSpc>
              <a:spcBef>
                <a:spcPts val="0"/>
              </a:spcBef>
              <a:spcAft>
                <a:spcPts val="0"/>
              </a:spcAft>
              <a:buNone/>
            </a:pPr>
            <a:r>
              <a:rPr lang="en-US" sz="1200" b="1" i="0" u="none" strike="noStrike" cap="none">
                <a:solidFill>
                  <a:schemeClr val="dk1"/>
                </a:solidFill>
                <a:latin typeface="Arial"/>
                <a:ea typeface="Arial"/>
                <a:cs typeface="Arial"/>
                <a:sym typeface="Arial"/>
              </a:rPr>
              <a:t>投票ファイル テキスト形式</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200"/>
              <a:buFont typeface="Arial"/>
              <a:buNone/>
            </a:pPr>
            <a:r>
              <a:rPr lang="en-US" sz="1200" b="1" i="0" u="none" strike="noStrike" cap="none">
                <a:solidFill>
                  <a:schemeClr val="dk1"/>
                </a:solidFill>
              </a:rPr>
              <a:t>[mark]</a:t>
            </a:r>
            <a:endParaRPr sz="1400" b="1" i="0" u="none" strike="noStrike" cap="none">
              <a:solidFill>
                <a:srgbClr val="000000"/>
              </a:solidFill>
            </a:endParaRPr>
          </a:p>
          <a:p>
            <a:pPr marL="0" marR="0" lvl="0" indent="0" algn="l" rtl="0">
              <a:lnSpc>
                <a:spcPct val="9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馬番:印番号</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馬番:印番号</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200"/>
              <a:buFont typeface="Arial"/>
              <a:buNone/>
            </a:pPr>
            <a:r>
              <a:rPr lang="en-US" sz="1200" b="1" i="0" u="none" strike="noStrike" cap="none">
                <a:solidFill>
                  <a:schemeClr val="dk1"/>
                </a:solidFill>
              </a:rPr>
              <a:t>[bet]</a:t>
            </a:r>
            <a:endParaRPr sz="1400" b="1" i="0" u="none" strike="noStrike" cap="none">
              <a:solidFill>
                <a:srgbClr val="000000"/>
              </a:solidFill>
            </a:endParaRPr>
          </a:p>
          <a:p>
            <a:pPr marL="457200" marR="0" lvl="0" indent="-304800" algn="l" rtl="0">
              <a:lnSpc>
                <a:spcPct val="9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b識別_c方式_買い目文字列</a:t>
            </a:r>
            <a:endParaRPr sz="1200" b="0" i="0" u="none" strike="noStrike" cap="none">
              <a:solidFill>
                <a:schemeClr val="dk1"/>
              </a:solidFill>
              <a:latin typeface="Arial"/>
              <a:ea typeface="Arial"/>
              <a:cs typeface="Arial"/>
              <a:sym typeface="Arial"/>
            </a:endParaRPr>
          </a:p>
          <a:p>
            <a:pPr marL="457200" marR="0" lvl="0" indent="0" algn="l" rtl="0">
              <a:lnSpc>
                <a:spcPct val="90000"/>
              </a:lnSpc>
              <a:spcBef>
                <a:spcPts val="0"/>
              </a:spcBef>
              <a:spcAft>
                <a:spcPts val="0"/>
              </a:spcAft>
              <a:buNone/>
            </a:pPr>
            <a:r>
              <a:rPr lang="en-US" sz="1200" b="0" i="0" u="none" strike="noStrike" cap="none">
                <a:solidFill>
                  <a:schemeClr val="dk1"/>
                </a:solidFill>
                <a:latin typeface="Arial"/>
                <a:ea typeface="Arial"/>
                <a:cs typeface="Arial"/>
                <a:sym typeface="Arial"/>
              </a:rPr>
              <a:t>(「数値」「-」「_」の組み合わせ):金額</a:t>
            </a:r>
            <a:endParaRPr sz="1400" b="0" i="0" u="none" strike="noStrike" cap="none">
              <a:solidFill>
                <a:srgbClr val="000000"/>
              </a:solidFill>
              <a:latin typeface="Arial"/>
              <a:ea typeface="Arial"/>
              <a:cs typeface="Arial"/>
              <a:sym typeface="Arial"/>
            </a:endParaRPr>
          </a:p>
          <a:p>
            <a:pPr marL="457200" marR="0" lvl="0" indent="-304800" algn="l" rtl="0">
              <a:lnSpc>
                <a:spcPct val="9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b識別_c方式_買い目文字列</a:t>
            </a:r>
            <a:endParaRPr sz="1200" b="0" i="0" u="none" strike="noStrike" cap="none">
              <a:solidFill>
                <a:schemeClr val="dk1"/>
              </a:solidFill>
              <a:latin typeface="Arial"/>
              <a:ea typeface="Arial"/>
              <a:cs typeface="Arial"/>
              <a:sym typeface="Arial"/>
            </a:endParaRPr>
          </a:p>
          <a:p>
            <a:pPr marL="457200" marR="0" lvl="0" indent="0" algn="l" rtl="0">
              <a:lnSpc>
                <a:spcPct val="90000"/>
              </a:lnSpc>
              <a:spcBef>
                <a:spcPts val="0"/>
              </a:spcBef>
              <a:spcAft>
                <a:spcPts val="0"/>
              </a:spcAft>
              <a:buNone/>
            </a:pPr>
            <a:r>
              <a:rPr lang="en-US" sz="1200" b="0" i="0" u="none" strike="noStrike" cap="none">
                <a:solidFill>
                  <a:schemeClr val="dk1"/>
                </a:solidFill>
                <a:latin typeface="Arial"/>
                <a:ea typeface="Arial"/>
                <a:cs typeface="Arial"/>
                <a:sym typeface="Arial"/>
              </a:rPr>
              <a:t>(「数値」「-」「_」の組み合わせ):金額</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None/>
            </a:pPr>
            <a:r>
              <a:rPr lang="en-US" sz="1200" b="0" i="0" u="none" strike="noStrike" cap="none">
                <a:solidFill>
                  <a:schemeClr val="dk1"/>
                </a:solidFill>
                <a:latin typeface="Arial"/>
                <a:ea typeface="Arial"/>
                <a:cs typeface="Arial"/>
                <a:sym typeface="Arial"/>
              </a:rPr>
              <a:t>・・・</a:t>
            </a:r>
            <a:endParaRPr sz="1200">
              <a:solidFill>
                <a:schemeClr val="dk1"/>
              </a:solidFill>
            </a:endParaRPr>
          </a:p>
          <a:p>
            <a:pPr marL="457200" marR="0" lvl="0" indent="-304800" algn="l" rtl="0">
              <a:lnSpc>
                <a:spcPct val="9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b識別_c方式_買い目文字列</a:t>
            </a:r>
            <a:endParaRPr sz="1200" b="0" i="0" u="none" strike="noStrike" cap="none">
              <a:solidFill>
                <a:schemeClr val="dk1"/>
              </a:solidFill>
              <a:latin typeface="Arial"/>
              <a:ea typeface="Arial"/>
              <a:cs typeface="Arial"/>
              <a:sym typeface="Arial"/>
            </a:endParaRPr>
          </a:p>
          <a:p>
            <a:pPr marL="457200" marR="0" lvl="0" indent="0" algn="l" rtl="0">
              <a:lnSpc>
                <a:spcPct val="90000"/>
              </a:lnSpc>
              <a:spcBef>
                <a:spcPts val="0"/>
              </a:spcBef>
              <a:spcAft>
                <a:spcPts val="0"/>
              </a:spcAft>
              <a:buNone/>
            </a:pPr>
            <a:r>
              <a:rPr lang="en-US" sz="1200" b="0" i="0" u="none" strike="noStrike" cap="none">
                <a:solidFill>
                  <a:schemeClr val="dk1"/>
                </a:solidFill>
                <a:latin typeface="Arial"/>
                <a:ea typeface="Arial"/>
                <a:cs typeface="Arial"/>
                <a:sym typeface="Arial"/>
              </a:rPr>
              <a:t>「数値」「-」「_」の組み合わせ):金額</a:t>
            </a:r>
            <a:endParaRPr sz="12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None/>
            </a:pPr>
            <a:endParaRPr sz="1200">
              <a:solidFill>
                <a:schemeClr val="dk1"/>
              </a:solidFill>
            </a:endParaRPr>
          </a:p>
          <a:p>
            <a:pPr marL="0" lvl="0" indent="0" algn="l" rtl="0">
              <a:lnSpc>
                <a:spcPct val="90000"/>
              </a:lnSpc>
              <a:spcBef>
                <a:spcPts val="0"/>
              </a:spcBef>
              <a:spcAft>
                <a:spcPts val="0"/>
              </a:spcAft>
              <a:buNone/>
            </a:pPr>
            <a:r>
              <a:rPr lang="en-US" sz="1200" b="1">
                <a:solidFill>
                  <a:schemeClr val="dk1"/>
                </a:solidFill>
              </a:rPr>
              <a:t>投票ファイル json形式 </a:t>
            </a:r>
            <a:endParaRPr sz="1200">
              <a:solidFill>
                <a:schemeClr val="dk1"/>
              </a:solidFill>
            </a:endParaRPr>
          </a:p>
        </p:txBody>
      </p:sp>
      <p:sp>
        <p:nvSpPr>
          <p:cNvPr id="163" name="Google Shape;163;p12"/>
          <p:cNvSpPr txBox="1"/>
          <p:nvPr/>
        </p:nvSpPr>
        <p:spPr>
          <a:xfrm>
            <a:off x="573375" y="174900"/>
            <a:ext cx="1960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12"/>
          <p:cNvSpPr txBox="1"/>
          <p:nvPr/>
        </p:nvSpPr>
        <p:spPr>
          <a:xfrm>
            <a:off x="573363" y="268209"/>
            <a:ext cx="5808518" cy="306900"/>
          </a:xfrm>
          <a:prstGeom prst="rect">
            <a:avLst/>
          </a:prstGeom>
          <a:noFill/>
          <a:ln>
            <a:noFill/>
          </a:ln>
        </p:spPr>
        <p:txBody>
          <a:bodyPr spcFirstLastPara="1" wrap="square" lIns="102825" tIns="51400" rIns="102825" bIns="51400" anchor="ctr" anchorCtr="0">
            <a:noAutofit/>
          </a:bodyPr>
          <a:lstStyle/>
          <a:p>
            <a:pPr marL="0" marR="0" lvl="0" indent="0" algn="l" rtl="0">
              <a:lnSpc>
                <a:spcPct val="90000"/>
              </a:lnSpc>
              <a:spcBef>
                <a:spcPts val="0"/>
              </a:spcBef>
              <a:spcAft>
                <a:spcPts val="0"/>
              </a:spcAft>
              <a:buClr>
                <a:srgbClr val="000000"/>
              </a:buClr>
              <a:buSzPts val="2000"/>
              <a:buFont typeface="Arial"/>
              <a:buNone/>
            </a:pPr>
            <a:r>
              <a:rPr lang="en-US" sz="2000" b="1" i="0" u="none" strike="noStrike" cap="none">
                <a:solidFill>
                  <a:schemeClr val="dk1"/>
                </a:solidFill>
                <a:latin typeface="Arial"/>
                <a:ea typeface="Arial"/>
                <a:cs typeface="Arial"/>
                <a:sym typeface="Arial"/>
              </a:rPr>
              <a:t>予想ファイルのデータ仕様</a:t>
            </a:r>
            <a:endParaRPr sz="2000" b="1" i="0" u="none" strike="noStrike" cap="none">
              <a:solidFill>
                <a:schemeClr val="dk1"/>
              </a:solidFill>
              <a:latin typeface="Arial"/>
              <a:ea typeface="Arial"/>
              <a:cs typeface="Arial"/>
              <a:sym typeface="Arial"/>
            </a:endParaRPr>
          </a:p>
        </p:txBody>
      </p:sp>
      <p:sp>
        <p:nvSpPr>
          <p:cNvPr id="165" name="Google Shape;165;p12"/>
          <p:cNvSpPr/>
          <p:nvPr/>
        </p:nvSpPr>
        <p:spPr>
          <a:xfrm>
            <a:off x="4680375" y="2327850"/>
            <a:ext cx="3894000" cy="2247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"mark": {</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"馬番": 印番号,</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"馬番": 印番号,</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"bet_list": [</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"bet_id": "b識別_c方式_買い目文字列</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(「数値」「-」「_」の組み合わせ)",</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"money": 金額</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"bet_id": "b識別_c方式_買い目文字列</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(「数値」「-」「_」の組み合わせ)",</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"money": 金額</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a:t>
            </a:r>
            <a:endParaRPr sz="700">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700">
                <a:solidFill>
                  <a:schemeClr val="dk1"/>
                </a:solidFill>
              </a:rPr>
              <a:t>    ],</a:t>
            </a:r>
            <a:endParaRPr sz="700">
              <a:solidFill>
                <a:schemeClr val="dk1"/>
              </a:solidFill>
            </a:endParaRPr>
          </a:p>
          <a:p>
            <a:pPr marL="0" lvl="0" indent="0" algn="l" rtl="0">
              <a:lnSpc>
                <a:spcPct val="90000"/>
              </a:lnSpc>
              <a:spcBef>
                <a:spcPts val="0"/>
              </a:spcBef>
              <a:spcAft>
                <a:spcPts val="0"/>
              </a:spcAft>
              <a:buNone/>
            </a:pPr>
            <a:r>
              <a:rPr lang="en-US" sz="700">
                <a:solidFill>
                  <a:schemeClr val="dk1"/>
                </a:solidFill>
              </a:rPr>
              <a:t>}</a:t>
            </a:r>
            <a:endParaRPr sz="7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3"/>
          <p:cNvSpPr txBox="1"/>
          <p:nvPr/>
        </p:nvSpPr>
        <p:spPr>
          <a:xfrm>
            <a:off x="573375" y="174900"/>
            <a:ext cx="1960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13"/>
          <p:cNvSpPr txBox="1"/>
          <p:nvPr/>
        </p:nvSpPr>
        <p:spPr>
          <a:xfrm>
            <a:off x="573363" y="268209"/>
            <a:ext cx="5808518" cy="306900"/>
          </a:xfrm>
          <a:prstGeom prst="rect">
            <a:avLst/>
          </a:prstGeom>
          <a:noFill/>
          <a:ln>
            <a:noFill/>
          </a:ln>
        </p:spPr>
        <p:txBody>
          <a:bodyPr spcFirstLastPara="1" wrap="square" lIns="102825" tIns="51400" rIns="102825" bIns="51400" anchor="ctr" anchorCtr="0">
            <a:noAutofit/>
          </a:bodyPr>
          <a:lstStyle/>
          <a:p>
            <a:pPr marL="0" marR="0" lvl="0" indent="0" algn="l" rtl="0">
              <a:lnSpc>
                <a:spcPct val="9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買い目形式仕様1</a:t>
            </a:r>
            <a:endParaRPr sz="1400" b="0" i="0" u="none" strike="noStrike" cap="none">
              <a:solidFill>
                <a:srgbClr val="000000"/>
              </a:solidFill>
              <a:latin typeface="Arial"/>
              <a:ea typeface="Arial"/>
              <a:cs typeface="Arial"/>
              <a:sym typeface="Arial"/>
            </a:endParaRPr>
          </a:p>
        </p:txBody>
      </p:sp>
      <p:sp>
        <p:nvSpPr>
          <p:cNvPr id="172" name="Google Shape;172;p13"/>
          <p:cNvSpPr txBox="1"/>
          <p:nvPr/>
        </p:nvSpPr>
        <p:spPr>
          <a:xfrm>
            <a:off x="401286" y="786921"/>
            <a:ext cx="4018200" cy="42021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■bet_idの書式</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    ★bの直後の数値「識別」</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単勝</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複勝</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枠連</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馬連</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ワイド</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馬単</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3連複</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3連単</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    ★cの直後の数値「方式」</a:t>
            </a:r>
            <a:endParaRPr/>
          </a:p>
          <a:p>
            <a:pPr marL="0" marR="0" lvl="0" indent="0" algn="l" rtl="0">
              <a:lnSpc>
                <a:spcPct val="90000"/>
              </a:lnSpc>
              <a:spcBef>
                <a:spcPts val="0"/>
              </a:spcBef>
              <a:spcAft>
                <a:spcPts val="0"/>
              </a:spcAft>
              <a:buClr>
                <a:srgbClr val="000000"/>
              </a:buClr>
              <a:buSzPts val="1000"/>
              <a:buFont typeface="Arial"/>
              <a:buNone/>
            </a:pPr>
            <a:r>
              <a:rPr lang="en-US" sz="1000"/>
              <a:t>    0. </a:t>
            </a:r>
            <a:r>
              <a:rPr lang="en-US" sz="1000" b="0" i="0" u="none" strike="noStrike" cap="none">
                <a:solidFill>
                  <a:schemeClr val="dk1"/>
                </a:solidFill>
                <a:latin typeface="Arial"/>
                <a:ea typeface="Arial"/>
                <a:cs typeface="Arial"/>
                <a:sym typeface="Arial"/>
              </a:rPr>
              <a:t>バラ買い</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フォーメーション</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BOX</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1着(軸1頭)流し  [ 1着流し(馬単)、軸1頭流し(3連複)、1着流し(3連単)、1着流しマルチ(3連単) ]</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2着(軸1頭)流し  [ 2着流し(馬単)、マルチ(馬単)、2着流し(3連単) ]</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3着(軸1頭)流し  [ 3着流し(3連単) ]</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1,2着(軸2頭)流し[ 軸2頭流し(3連複),1,2着流しマルチ(3連単) ]</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1,3着流し</a:t>
            </a:r>
            <a:endParaRPr/>
          </a:p>
          <a:p>
            <a:pPr marL="457200" marR="0" lvl="0" indent="-292100" algn="l" rtl="0">
              <a:lnSpc>
                <a:spcPct val="90000"/>
              </a:lnSpc>
              <a:spcBef>
                <a:spcPts val="0"/>
              </a:spcBef>
              <a:spcAft>
                <a:spcPts val="0"/>
              </a:spcAft>
              <a:buClr>
                <a:schemeClr val="dk1"/>
              </a:buClr>
              <a:buSzPts val="1000"/>
              <a:buFont typeface="Arial"/>
              <a:buAutoNum type="arabicPeriod"/>
            </a:pPr>
            <a:r>
              <a:rPr lang="en-US" sz="1000" b="0" i="0" u="none" strike="noStrike" cap="none">
                <a:solidFill>
                  <a:schemeClr val="dk1"/>
                </a:solidFill>
                <a:latin typeface="Arial"/>
                <a:ea typeface="Arial"/>
                <a:cs typeface="Arial"/>
                <a:sym typeface="Arial"/>
              </a:rPr>
              <a:t>2,3着流し</a:t>
            </a: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 以下、kaime1、kaime2、kaime3は馬番の組み合わせ(組み合わせる場合はハイフン区切り 例えば 馬番1,2,3の場合は"1-2-3")</a:t>
            </a:r>
            <a:endParaRPr sz="1400" b="0" i="0" u="none" strike="noStrike" cap="none">
              <a:solidFill>
                <a:srgbClr val="000000"/>
              </a:solidFill>
              <a:latin typeface="Arial"/>
              <a:ea typeface="Arial"/>
              <a:cs typeface="Arial"/>
              <a:sym typeface="Arial"/>
            </a:endParaRPr>
          </a:p>
        </p:txBody>
      </p:sp>
      <p:sp>
        <p:nvSpPr>
          <p:cNvPr id="173" name="Google Shape;173;p13"/>
          <p:cNvSpPr txBox="1"/>
          <p:nvPr/>
        </p:nvSpPr>
        <p:spPr>
          <a:xfrm>
            <a:off x="4724400" y="786921"/>
            <a:ext cx="4216500" cy="19857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■バラ買い</a:t>
            </a:r>
            <a:endParaRPr sz="1000" b="0" i="0" u="none" strike="noStrike" cap="none">
              <a:solidFill>
                <a:schemeClr val="dk1"/>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Char char="●"/>
            </a:pPr>
            <a:r>
              <a:rPr lang="en-US" sz="1000" b="1" i="0" u="none" strike="noStrike" cap="none">
                <a:solidFill>
                  <a:schemeClr val="dk1"/>
                </a:solidFill>
              </a:rPr>
              <a:t>単勝</a:t>
            </a:r>
            <a:r>
              <a:rPr lang="en-US" sz="1000">
                <a:solidFill>
                  <a:schemeClr val="dk1"/>
                </a:solidFill>
              </a:rPr>
              <a:t>：</a:t>
            </a:r>
            <a:r>
              <a:rPr lang="en-US" sz="1000" b="0" i="0" u="none" strike="noStrike" cap="none">
                <a:solidFill>
                  <a:schemeClr val="dk1"/>
                </a:solidFill>
                <a:latin typeface="Arial"/>
                <a:ea typeface="Arial"/>
                <a:cs typeface="Arial"/>
                <a:sym typeface="Arial"/>
              </a:rPr>
              <a:t>b1_c0_{kaime1}</a:t>
            </a:r>
            <a:endParaRPr/>
          </a:p>
          <a:p>
            <a:pPr marL="457200" marR="0" lvl="0" indent="-292100" algn="l" rtl="0">
              <a:lnSpc>
                <a:spcPct val="90000"/>
              </a:lnSpc>
              <a:spcBef>
                <a:spcPts val="0"/>
              </a:spcBef>
              <a:spcAft>
                <a:spcPts val="0"/>
              </a:spcAft>
              <a:buClr>
                <a:schemeClr val="dk1"/>
              </a:buClr>
              <a:buSzPts val="1000"/>
              <a:buChar char="●"/>
            </a:pPr>
            <a:r>
              <a:rPr lang="en-US" sz="1000" b="1" i="0" u="none" strike="noStrike" cap="none">
                <a:solidFill>
                  <a:schemeClr val="dk1"/>
                </a:solidFill>
              </a:rPr>
              <a:t>複勝</a:t>
            </a:r>
            <a:r>
              <a:rPr lang="en-US" sz="1000">
                <a:solidFill>
                  <a:schemeClr val="dk1"/>
                </a:solidFill>
              </a:rPr>
              <a:t>：</a:t>
            </a:r>
            <a:r>
              <a:rPr lang="en-US" sz="1000" b="0" i="0" u="none" strike="noStrike" cap="none">
                <a:solidFill>
                  <a:schemeClr val="dk1"/>
                </a:solidFill>
                <a:latin typeface="Arial"/>
                <a:ea typeface="Arial"/>
                <a:cs typeface="Arial"/>
                <a:sym typeface="Arial"/>
              </a:rPr>
              <a:t>b2_c0_{kaime1}</a:t>
            </a:r>
            <a:endParaRPr/>
          </a:p>
          <a:p>
            <a:pPr marL="457200" marR="0" lvl="0" indent="-292100" algn="l" rtl="0">
              <a:lnSpc>
                <a:spcPct val="90000"/>
              </a:lnSpc>
              <a:spcBef>
                <a:spcPts val="0"/>
              </a:spcBef>
              <a:spcAft>
                <a:spcPts val="0"/>
              </a:spcAft>
              <a:buClr>
                <a:schemeClr val="dk1"/>
              </a:buClr>
              <a:buSzPts val="1000"/>
              <a:buChar char="●"/>
            </a:pPr>
            <a:r>
              <a:rPr lang="en-US" sz="1000" b="1" i="0" u="none" strike="noStrike" cap="none">
                <a:solidFill>
                  <a:schemeClr val="dk1"/>
                </a:solidFill>
              </a:rPr>
              <a:t>枠連</a:t>
            </a:r>
            <a:r>
              <a:rPr lang="en-US" sz="1000">
                <a:solidFill>
                  <a:schemeClr val="dk1"/>
                </a:solidFill>
              </a:rPr>
              <a:t>：</a:t>
            </a:r>
            <a:r>
              <a:rPr lang="en-US" sz="1000" b="0" i="0" u="none" strike="noStrike" cap="none">
                <a:solidFill>
                  <a:schemeClr val="dk1"/>
                </a:solidFill>
                <a:latin typeface="Arial"/>
                <a:ea typeface="Arial"/>
                <a:cs typeface="Arial"/>
                <a:sym typeface="Arial"/>
              </a:rPr>
              <a:t>b3_c0_{kaime1}_{kaime2}</a:t>
            </a:r>
            <a:endParaRPr/>
          </a:p>
          <a:p>
            <a:pPr marL="457200" marR="0" lvl="0" indent="-292100" algn="l" rtl="0">
              <a:lnSpc>
                <a:spcPct val="90000"/>
              </a:lnSpc>
              <a:spcBef>
                <a:spcPts val="0"/>
              </a:spcBef>
              <a:spcAft>
                <a:spcPts val="0"/>
              </a:spcAft>
              <a:buClr>
                <a:schemeClr val="dk1"/>
              </a:buClr>
              <a:buSzPts val="1000"/>
              <a:buChar char="●"/>
            </a:pPr>
            <a:r>
              <a:rPr lang="en-US" sz="1000" b="1" i="0" u="none" strike="noStrike" cap="none">
                <a:solidFill>
                  <a:schemeClr val="dk1"/>
                </a:solidFill>
              </a:rPr>
              <a:t>馬連</a:t>
            </a:r>
            <a:r>
              <a:rPr lang="en-US" sz="1000">
                <a:solidFill>
                  <a:schemeClr val="dk1"/>
                </a:solidFill>
              </a:rPr>
              <a:t>：</a:t>
            </a:r>
            <a:r>
              <a:rPr lang="en-US" sz="1000" b="0" i="0" u="none" strike="noStrike" cap="none">
                <a:solidFill>
                  <a:schemeClr val="dk1"/>
                </a:solidFill>
                <a:latin typeface="Arial"/>
                <a:ea typeface="Arial"/>
                <a:cs typeface="Arial"/>
                <a:sym typeface="Arial"/>
              </a:rPr>
              <a:t>b4_c0_{kaime1}_{kaime2}</a:t>
            </a:r>
            <a:endParaRPr/>
          </a:p>
          <a:p>
            <a:pPr marL="457200" marR="0" lvl="0" indent="-292100" algn="l" rtl="0">
              <a:lnSpc>
                <a:spcPct val="90000"/>
              </a:lnSpc>
              <a:spcBef>
                <a:spcPts val="0"/>
              </a:spcBef>
              <a:spcAft>
                <a:spcPts val="0"/>
              </a:spcAft>
              <a:buClr>
                <a:schemeClr val="dk1"/>
              </a:buClr>
              <a:buSzPts val="1000"/>
              <a:buChar char="●"/>
            </a:pPr>
            <a:r>
              <a:rPr lang="en-US" sz="1000" b="1" i="0" u="none" strike="noStrike" cap="none">
                <a:solidFill>
                  <a:schemeClr val="dk1"/>
                </a:solidFill>
              </a:rPr>
              <a:t>ワイド</a:t>
            </a:r>
            <a:r>
              <a:rPr lang="en-US" sz="1000">
                <a:solidFill>
                  <a:schemeClr val="dk1"/>
                </a:solidFill>
              </a:rPr>
              <a:t>：</a:t>
            </a:r>
            <a:r>
              <a:rPr lang="en-US" sz="1000" b="0" i="0" u="none" strike="noStrike" cap="none">
                <a:solidFill>
                  <a:schemeClr val="dk1"/>
                </a:solidFill>
                <a:latin typeface="Arial"/>
                <a:ea typeface="Arial"/>
                <a:cs typeface="Arial"/>
                <a:sym typeface="Arial"/>
              </a:rPr>
              <a:t>b5_c0_{kaime1}_{kaime2}</a:t>
            </a:r>
            <a:endParaRPr/>
          </a:p>
          <a:p>
            <a:pPr marL="457200" marR="0" lvl="0" indent="-292100" algn="l" rtl="0">
              <a:lnSpc>
                <a:spcPct val="90000"/>
              </a:lnSpc>
              <a:spcBef>
                <a:spcPts val="0"/>
              </a:spcBef>
              <a:spcAft>
                <a:spcPts val="0"/>
              </a:spcAft>
              <a:buClr>
                <a:schemeClr val="dk1"/>
              </a:buClr>
              <a:buSzPts val="1000"/>
              <a:buChar char="●"/>
            </a:pPr>
            <a:r>
              <a:rPr lang="en-US" sz="1000" b="1" i="0" u="none" strike="noStrike" cap="none">
                <a:solidFill>
                  <a:schemeClr val="dk1"/>
                </a:solidFill>
              </a:rPr>
              <a:t>馬単</a:t>
            </a:r>
            <a:r>
              <a:rPr lang="en-US" sz="1000">
                <a:solidFill>
                  <a:schemeClr val="dk1"/>
                </a:solidFill>
              </a:rPr>
              <a:t>：</a:t>
            </a:r>
            <a:r>
              <a:rPr lang="en-US" sz="1000" b="0" i="0" u="none" strike="noStrike" cap="none">
                <a:solidFill>
                  <a:schemeClr val="dk1"/>
                </a:solidFill>
                <a:latin typeface="Arial"/>
                <a:ea typeface="Arial"/>
                <a:cs typeface="Arial"/>
                <a:sym typeface="Arial"/>
              </a:rPr>
              <a:t>b6_c0_{kaime1}_{kaime2}</a:t>
            </a:r>
            <a:endParaRPr/>
          </a:p>
          <a:p>
            <a:pPr marL="457200" marR="0" lvl="0" indent="-292100" algn="l" rtl="0">
              <a:lnSpc>
                <a:spcPct val="90000"/>
              </a:lnSpc>
              <a:spcBef>
                <a:spcPts val="0"/>
              </a:spcBef>
              <a:spcAft>
                <a:spcPts val="0"/>
              </a:spcAft>
              <a:buClr>
                <a:schemeClr val="dk1"/>
              </a:buClr>
              <a:buSzPts val="1000"/>
              <a:buChar char="●"/>
            </a:pPr>
            <a:r>
              <a:rPr lang="en-US" sz="1000" b="1" i="0" u="none" strike="noStrike" cap="none">
                <a:solidFill>
                  <a:schemeClr val="dk1"/>
                </a:solidFill>
              </a:rPr>
              <a:t>3連複</a:t>
            </a:r>
            <a:r>
              <a:rPr lang="en-US" sz="1000">
                <a:solidFill>
                  <a:schemeClr val="dk1"/>
                </a:solidFill>
              </a:rPr>
              <a:t>：</a:t>
            </a:r>
            <a:r>
              <a:rPr lang="en-US" sz="1000" b="0" i="0" u="none" strike="noStrike" cap="none">
                <a:solidFill>
                  <a:schemeClr val="dk1"/>
                </a:solidFill>
                <a:latin typeface="Arial"/>
                <a:ea typeface="Arial"/>
                <a:cs typeface="Arial"/>
                <a:sym typeface="Arial"/>
              </a:rPr>
              <a:t>b7_c0_{kaime1}_{kaime2}_{kaime3}</a:t>
            </a:r>
            <a:endParaRPr/>
          </a:p>
          <a:p>
            <a:pPr marL="457200" marR="0" lvl="0" indent="-292100" algn="l" rtl="0">
              <a:lnSpc>
                <a:spcPct val="90000"/>
              </a:lnSpc>
              <a:spcBef>
                <a:spcPts val="0"/>
              </a:spcBef>
              <a:spcAft>
                <a:spcPts val="0"/>
              </a:spcAft>
              <a:buClr>
                <a:schemeClr val="dk1"/>
              </a:buClr>
              <a:buSzPts val="1000"/>
              <a:buChar char="●"/>
            </a:pPr>
            <a:r>
              <a:rPr lang="en-US" sz="1000" b="1" i="0" u="none" strike="noStrike" cap="none">
                <a:solidFill>
                  <a:schemeClr val="dk1"/>
                </a:solidFill>
              </a:rPr>
              <a:t>3連単</a:t>
            </a:r>
            <a:r>
              <a:rPr lang="en-US" sz="1000">
                <a:solidFill>
                  <a:schemeClr val="dk1"/>
                </a:solidFill>
              </a:rPr>
              <a:t>：</a:t>
            </a:r>
            <a:r>
              <a:rPr lang="en-US" sz="1000" b="0" i="0" u="none" strike="noStrike" cap="none">
                <a:solidFill>
                  <a:schemeClr val="dk1"/>
                </a:solidFill>
                <a:latin typeface="Arial"/>
                <a:ea typeface="Arial"/>
                <a:cs typeface="Arial"/>
                <a:sym typeface="Arial"/>
              </a:rPr>
              <a:t>b8_c0_{kaime1}_{kaime2}_{kaime3}</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45720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※bet_money = bet_money</a:t>
            </a:r>
            <a:endParaRPr sz="1000">
              <a:solidFill>
                <a:schemeClr val="dk1"/>
              </a:solidFill>
            </a:endParaRPr>
          </a:p>
          <a:p>
            <a:pPr marL="0" marR="0" lvl="0" indent="45720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※bet_money_total = bet_money_total * bet_count(固定値1)</a:t>
            </a:r>
            <a:endParaRPr sz="1000" b="0" i="0" u="none" strike="noStrike" cap="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4"/>
          <p:cNvSpPr txBox="1"/>
          <p:nvPr/>
        </p:nvSpPr>
        <p:spPr>
          <a:xfrm>
            <a:off x="573375" y="174900"/>
            <a:ext cx="1960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14"/>
          <p:cNvSpPr txBox="1"/>
          <p:nvPr/>
        </p:nvSpPr>
        <p:spPr>
          <a:xfrm>
            <a:off x="573363" y="268209"/>
            <a:ext cx="5808518" cy="306900"/>
          </a:xfrm>
          <a:prstGeom prst="rect">
            <a:avLst/>
          </a:prstGeom>
          <a:noFill/>
          <a:ln>
            <a:noFill/>
          </a:ln>
        </p:spPr>
        <p:txBody>
          <a:bodyPr spcFirstLastPara="1" wrap="square" lIns="102825" tIns="51400" rIns="102825" bIns="51400" anchor="ctr" anchorCtr="0">
            <a:noAutofit/>
          </a:bodyPr>
          <a:lstStyle/>
          <a:p>
            <a:pPr marL="0" marR="0" lvl="0" indent="0" algn="l" rtl="0">
              <a:lnSpc>
                <a:spcPct val="9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買い目形式仕様2</a:t>
            </a:r>
            <a:endParaRPr sz="1400" b="0" i="0" u="none" strike="noStrike" cap="none">
              <a:solidFill>
                <a:srgbClr val="000000"/>
              </a:solidFill>
              <a:latin typeface="Arial"/>
              <a:ea typeface="Arial"/>
              <a:cs typeface="Arial"/>
              <a:sym typeface="Arial"/>
            </a:endParaRPr>
          </a:p>
        </p:txBody>
      </p:sp>
      <p:sp>
        <p:nvSpPr>
          <p:cNvPr id="180" name="Google Shape;180;p14"/>
          <p:cNvSpPr txBox="1"/>
          <p:nvPr/>
        </p:nvSpPr>
        <p:spPr>
          <a:xfrm>
            <a:off x="401276" y="786925"/>
            <a:ext cx="4618800" cy="42021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 ■</a:t>
            </a:r>
            <a:r>
              <a:rPr lang="en-US" sz="1000" b="1" i="0" u="none" strike="noStrike" cap="none">
                <a:solidFill>
                  <a:schemeClr val="dk1"/>
                </a:solidFill>
                <a:latin typeface="Arial"/>
                <a:ea typeface="Arial"/>
                <a:cs typeface="Arial"/>
                <a:sym typeface="Arial"/>
              </a:rPr>
              <a:t>流し</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枠連</a:t>
            </a:r>
            <a:r>
              <a:rPr lang="en-US" sz="1000">
                <a:solidFill>
                  <a:schemeClr val="dk1"/>
                </a:solidFill>
              </a:rPr>
              <a:t>：</a:t>
            </a:r>
            <a:r>
              <a:rPr lang="en-US" sz="1000" b="0" i="0" u="none" strike="noStrike" cap="none">
                <a:solidFill>
                  <a:schemeClr val="dk1"/>
                </a:solidFill>
                <a:latin typeface="Arial"/>
                <a:ea typeface="Arial"/>
                <a:cs typeface="Arial"/>
                <a:sym typeface="Arial"/>
              </a:rPr>
              <a:t> b3_c3_{kaime1}_{kaime2}</a:t>
            </a:r>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馬連</a:t>
            </a:r>
            <a:r>
              <a:rPr lang="en-US" sz="1000">
                <a:solidFill>
                  <a:schemeClr val="dk1"/>
                </a:solidFill>
              </a:rPr>
              <a:t>：</a:t>
            </a:r>
            <a:r>
              <a:rPr lang="en-US" sz="1000" b="0" i="0" u="none" strike="noStrike" cap="none">
                <a:solidFill>
                  <a:schemeClr val="dk1"/>
                </a:solidFill>
                <a:latin typeface="Arial"/>
                <a:ea typeface="Arial"/>
                <a:cs typeface="Arial"/>
                <a:sym typeface="Arial"/>
              </a:rPr>
              <a:t>b4_c3_{kaime1}_{kaime2}</a:t>
            </a:r>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ワイド</a:t>
            </a:r>
            <a:r>
              <a:rPr lang="en-US" sz="1000">
                <a:solidFill>
                  <a:schemeClr val="dk1"/>
                </a:solidFill>
              </a:rPr>
              <a:t>：</a:t>
            </a:r>
            <a:r>
              <a:rPr lang="en-US" sz="1000" b="0" i="0" u="none" strike="noStrike" cap="none">
                <a:solidFill>
                  <a:schemeClr val="dk1"/>
                </a:solidFill>
                <a:latin typeface="Arial"/>
                <a:ea typeface="Arial"/>
                <a:cs typeface="Arial"/>
                <a:sym typeface="Arial"/>
              </a:rPr>
              <a:t> b5_c3_{kaime1}_{kaime2}</a:t>
            </a:r>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馬単</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1着流し</a:t>
            </a:r>
            <a:r>
              <a:rPr lang="en-US" sz="1000">
                <a:solidFill>
                  <a:schemeClr val="dk1"/>
                </a:solidFill>
              </a:rPr>
              <a:t>：</a:t>
            </a:r>
            <a:r>
              <a:rPr lang="en-US" sz="1000" b="0" i="0" u="none" strike="noStrike" cap="none">
                <a:solidFill>
                  <a:schemeClr val="dk1"/>
                </a:solidFill>
                <a:latin typeface="Arial"/>
                <a:ea typeface="Arial"/>
                <a:cs typeface="Arial"/>
                <a:sym typeface="Arial"/>
              </a:rPr>
              <a:t> b6_c3_{kaime1}_{kaime2}</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2着流し</a:t>
            </a:r>
            <a:r>
              <a:rPr lang="en-US" sz="1000">
                <a:solidFill>
                  <a:schemeClr val="dk1"/>
                </a:solidFill>
              </a:rPr>
              <a:t>：</a:t>
            </a:r>
            <a:r>
              <a:rPr lang="en-US" sz="1000" b="0" i="0" u="none" strike="noStrike" cap="none">
                <a:solidFill>
                  <a:schemeClr val="dk1"/>
                </a:solidFill>
                <a:latin typeface="Arial"/>
                <a:ea typeface="Arial"/>
                <a:cs typeface="Arial"/>
                <a:sym typeface="Arial"/>
              </a:rPr>
              <a:t>b6_c4_{kaime1}_{kaime2}</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マルチ</a:t>
            </a:r>
            <a:r>
              <a:rPr lang="en-US" sz="1000">
                <a:solidFill>
                  <a:schemeClr val="dk1"/>
                </a:solidFill>
              </a:rPr>
              <a:t>：</a:t>
            </a:r>
            <a:r>
              <a:rPr lang="en-US" sz="1000" b="0" i="0" u="none" strike="noStrike" cap="none">
                <a:solidFill>
                  <a:schemeClr val="dk1"/>
                </a:solidFill>
                <a:latin typeface="Arial"/>
                <a:ea typeface="Arial"/>
                <a:cs typeface="Arial"/>
                <a:sym typeface="Arial"/>
              </a:rPr>
              <a:t>b6_c4_{kaime1}_{kaime2}_1</a:t>
            </a:r>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3連複</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軸1頭流し</a:t>
            </a:r>
            <a:r>
              <a:rPr lang="en-US" sz="1000">
                <a:solidFill>
                  <a:schemeClr val="dk1"/>
                </a:solidFill>
              </a:rPr>
              <a:t>：</a:t>
            </a:r>
            <a:r>
              <a:rPr lang="en-US" sz="1000" b="0" i="0" u="none" strike="noStrike" cap="none">
                <a:solidFill>
                  <a:schemeClr val="dk1"/>
                </a:solidFill>
                <a:latin typeface="Arial"/>
                <a:ea typeface="Arial"/>
                <a:cs typeface="Arial"/>
                <a:sym typeface="Arial"/>
              </a:rPr>
              <a:t>b7_c3_{kaime1}_{kaime2}</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軸2頭流し</a:t>
            </a:r>
            <a:r>
              <a:rPr lang="en-US" sz="1000">
                <a:solidFill>
                  <a:schemeClr val="dk1"/>
                </a:solidFill>
              </a:rPr>
              <a:t>：</a:t>
            </a:r>
            <a:r>
              <a:rPr lang="en-US" sz="1000" b="0" i="0" u="none" strike="noStrike" cap="none">
                <a:solidFill>
                  <a:schemeClr val="dk1"/>
                </a:solidFill>
                <a:latin typeface="Arial"/>
                <a:ea typeface="Arial"/>
                <a:cs typeface="Arial"/>
                <a:sym typeface="Arial"/>
              </a:rPr>
              <a:t>b7_c6_{kaime1}_{kaime2}_{kaime3}</a:t>
            </a:r>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3連単</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1着流し</a:t>
            </a:r>
            <a:r>
              <a:rPr lang="en-US" sz="1000">
                <a:solidFill>
                  <a:schemeClr val="dk1"/>
                </a:solidFill>
              </a:rPr>
              <a:t>：</a:t>
            </a:r>
            <a:r>
              <a:rPr lang="en-US" sz="1000" b="0" i="0" u="none" strike="noStrike" cap="none">
                <a:solidFill>
                  <a:schemeClr val="dk1"/>
                </a:solidFill>
                <a:latin typeface="Arial"/>
                <a:ea typeface="Arial"/>
                <a:cs typeface="Arial"/>
                <a:sym typeface="Arial"/>
              </a:rPr>
              <a:t>b8_c3_{kaime1}_{kaime2}</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2着流し</a:t>
            </a:r>
            <a:r>
              <a:rPr lang="en-US" sz="1000">
                <a:solidFill>
                  <a:schemeClr val="dk1"/>
                </a:solidFill>
              </a:rPr>
              <a:t>：</a:t>
            </a:r>
            <a:r>
              <a:rPr lang="en-US" sz="1000" b="0" i="0" u="none" strike="noStrike" cap="none">
                <a:solidFill>
                  <a:schemeClr val="dk1"/>
                </a:solidFill>
                <a:latin typeface="Arial"/>
                <a:ea typeface="Arial"/>
                <a:cs typeface="Arial"/>
                <a:sym typeface="Arial"/>
              </a:rPr>
              <a:t>b8_c4_{kaime1}_{kaime2}</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3着流し</a:t>
            </a:r>
            <a:r>
              <a:rPr lang="en-US" sz="1000">
                <a:solidFill>
                  <a:schemeClr val="dk1"/>
                </a:solidFill>
              </a:rPr>
              <a:t>：</a:t>
            </a:r>
            <a:r>
              <a:rPr lang="en-US" sz="1000" b="0" i="0" u="none" strike="noStrike" cap="none">
                <a:solidFill>
                  <a:schemeClr val="dk1"/>
                </a:solidFill>
                <a:latin typeface="Arial"/>
                <a:ea typeface="Arial"/>
                <a:cs typeface="Arial"/>
                <a:sym typeface="Arial"/>
              </a:rPr>
              <a:t>b8_c5_{kaime1}_{kaime2}</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1着流しマルチ</a:t>
            </a:r>
            <a:r>
              <a:rPr lang="en-US" sz="1000">
                <a:solidFill>
                  <a:schemeClr val="dk1"/>
                </a:solidFill>
              </a:rPr>
              <a:t>：</a:t>
            </a:r>
            <a:r>
              <a:rPr lang="en-US" sz="1000" b="0" i="0" u="none" strike="noStrike" cap="none">
                <a:solidFill>
                  <a:schemeClr val="dk1"/>
                </a:solidFill>
                <a:latin typeface="Arial"/>
                <a:ea typeface="Arial"/>
                <a:cs typeface="Arial"/>
                <a:sym typeface="Arial"/>
              </a:rPr>
              <a:t>b8_c3_{kaime1}_{kaime2}_1</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2着流しマルチ</a:t>
            </a:r>
            <a:r>
              <a:rPr lang="en-US" sz="1000">
                <a:solidFill>
                  <a:schemeClr val="dk1"/>
                </a:solidFill>
              </a:rPr>
              <a:t>：</a:t>
            </a:r>
            <a:r>
              <a:rPr lang="en-US" sz="1000" b="0" i="0" u="none" strike="noStrike" cap="none">
                <a:solidFill>
                  <a:schemeClr val="dk1"/>
                </a:solidFill>
                <a:latin typeface="Arial"/>
                <a:ea typeface="Arial"/>
                <a:cs typeface="Arial"/>
                <a:sym typeface="Arial"/>
              </a:rPr>
              <a:t>b8_c4_{kaime1}_{kaime2}_1</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3着流しマルチ</a:t>
            </a:r>
            <a:r>
              <a:rPr lang="en-US" sz="1000">
                <a:solidFill>
                  <a:schemeClr val="dk1"/>
                </a:solidFill>
              </a:rPr>
              <a:t>：</a:t>
            </a:r>
            <a:r>
              <a:rPr lang="en-US" sz="1000" b="0" i="0" u="none" strike="noStrike" cap="none">
                <a:solidFill>
                  <a:schemeClr val="dk1"/>
                </a:solidFill>
                <a:latin typeface="Arial"/>
                <a:ea typeface="Arial"/>
                <a:cs typeface="Arial"/>
                <a:sym typeface="Arial"/>
              </a:rPr>
              <a:t>b8_c5_{kaime1}_{kaime2}_1</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1,2着流し</a:t>
            </a:r>
            <a:r>
              <a:rPr lang="en-US" sz="1000">
                <a:solidFill>
                  <a:schemeClr val="dk1"/>
                </a:solidFill>
              </a:rPr>
              <a:t>：</a:t>
            </a:r>
            <a:r>
              <a:rPr lang="en-US" sz="1000" b="0" i="0" u="none" strike="noStrike" cap="none">
                <a:solidFill>
                  <a:schemeClr val="dk1"/>
                </a:solidFill>
                <a:latin typeface="Arial"/>
                <a:ea typeface="Arial"/>
                <a:cs typeface="Arial"/>
                <a:sym typeface="Arial"/>
              </a:rPr>
              <a:t>b8_c6_{kaime1}_{kaime2}_{kaime3}</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1,3着流し</a:t>
            </a:r>
            <a:r>
              <a:rPr lang="en-US" sz="1000">
                <a:solidFill>
                  <a:schemeClr val="dk1"/>
                </a:solidFill>
              </a:rPr>
              <a:t>：</a:t>
            </a:r>
            <a:r>
              <a:rPr lang="en-US" sz="1000" b="0" i="0" u="none" strike="noStrike" cap="none">
                <a:solidFill>
                  <a:schemeClr val="dk1"/>
                </a:solidFill>
                <a:latin typeface="Arial"/>
                <a:ea typeface="Arial"/>
                <a:cs typeface="Arial"/>
                <a:sym typeface="Arial"/>
              </a:rPr>
              <a:t>b8_c7_{kaime1}_{kaime2}_{kaime3}</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2,3着流し</a:t>
            </a:r>
            <a:r>
              <a:rPr lang="en-US" sz="1000">
                <a:solidFill>
                  <a:schemeClr val="dk1"/>
                </a:solidFill>
              </a:rPr>
              <a:t>：</a:t>
            </a:r>
            <a:r>
              <a:rPr lang="en-US" sz="1000" b="0" i="0" u="none" strike="noStrike" cap="none">
                <a:solidFill>
                  <a:schemeClr val="dk1"/>
                </a:solidFill>
                <a:latin typeface="Arial"/>
                <a:ea typeface="Arial"/>
                <a:cs typeface="Arial"/>
                <a:sym typeface="Arial"/>
              </a:rPr>
              <a:t>b8_c8_{kaime1}_{kaime2}_{kaime3}</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1,2着流しマルチ</a:t>
            </a:r>
            <a:r>
              <a:rPr lang="en-US" sz="1000">
                <a:solidFill>
                  <a:schemeClr val="dk1"/>
                </a:solidFill>
              </a:rPr>
              <a:t>：</a:t>
            </a:r>
            <a:r>
              <a:rPr lang="en-US" sz="1000" b="0" i="0" u="none" strike="noStrike" cap="none">
                <a:solidFill>
                  <a:schemeClr val="dk1"/>
                </a:solidFill>
                <a:latin typeface="Arial"/>
                <a:ea typeface="Arial"/>
                <a:cs typeface="Arial"/>
                <a:sym typeface="Arial"/>
              </a:rPr>
              <a:t>b8_c6_{kaime1}_{kaime2}_{kaime3}_1</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1,3着流しマルチ</a:t>
            </a:r>
            <a:r>
              <a:rPr lang="en-US" sz="1000">
                <a:solidFill>
                  <a:schemeClr val="dk1"/>
                </a:solidFill>
              </a:rPr>
              <a:t>：</a:t>
            </a:r>
            <a:r>
              <a:rPr lang="en-US" sz="1000" b="0" i="0" u="none" strike="noStrike" cap="none">
                <a:solidFill>
                  <a:schemeClr val="dk1"/>
                </a:solidFill>
                <a:latin typeface="Arial"/>
                <a:ea typeface="Arial"/>
                <a:cs typeface="Arial"/>
                <a:sym typeface="Arial"/>
              </a:rPr>
              <a:t>b8_c7_{kaime1}_{kaime2}_{kaime3}_1</a:t>
            </a:r>
            <a:endParaRPr/>
          </a:p>
          <a:p>
            <a:pPr marL="914400" marR="0" lvl="1"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2,3着流しマルチ</a:t>
            </a:r>
            <a:r>
              <a:rPr lang="en-US" sz="1000">
                <a:solidFill>
                  <a:schemeClr val="dk1"/>
                </a:solidFill>
              </a:rPr>
              <a:t>：</a:t>
            </a:r>
            <a:r>
              <a:rPr lang="en-US" sz="1000" b="0" i="0" u="none" strike="noStrike" cap="none">
                <a:solidFill>
                  <a:schemeClr val="dk1"/>
                </a:solidFill>
                <a:latin typeface="Arial"/>
                <a:ea typeface="Arial"/>
                <a:cs typeface="Arial"/>
                <a:sym typeface="Arial"/>
              </a:rPr>
              <a:t>b8_c8_{kaime1}_{kaime2}_{kaime3}_1</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a:solidFill>
                <a:schemeClr val="dk1"/>
              </a:solidFill>
            </a:endParaRPr>
          </a:p>
          <a:p>
            <a:pPr marL="0" marR="0" lvl="0" indent="45720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※bet_money = bet_money</a:t>
            </a:r>
            <a:endParaRPr sz="1000" b="0" i="0" u="none" strike="noStrike" cap="none">
              <a:solidFill>
                <a:schemeClr val="dk1"/>
              </a:solidFill>
              <a:latin typeface="Arial"/>
              <a:ea typeface="Arial"/>
              <a:cs typeface="Arial"/>
              <a:sym typeface="Arial"/>
            </a:endParaRPr>
          </a:p>
          <a:p>
            <a:pPr marL="0" marR="0" lvl="0" indent="45720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※bet_money_total = bet_money_total * bet_count</a:t>
            </a:r>
            <a:endParaRPr sz="1000" b="0" i="0" u="none" strike="noStrike" cap="none">
              <a:solidFill>
                <a:schemeClr val="dk1"/>
              </a:solidFill>
              <a:latin typeface="Arial"/>
              <a:ea typeface="Arial"/>
              <a:cs typeface="Arial"/>
              <a:sym typeface="Arial"/>
            </a:endParaRPr>
          </a:p>
          <a:p>
            <a:pPr marL="0" marR="0" lvl="0" indent="45720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※1,3着流し, 2,3着流しは存在しない</a:t>
            </a:r>
            <a:endParaRPr sz="1400" b="0" i="0" u="none" strike="noStrike" cap="none">
              <a:solidFill>
                <a:srgbClr val="000000"/>
              </a:solidFill>
              <a:latin typeface="Arial"/>
              <a:ea typeface="Arial"/>
              <a:cs typeface="Arial"/>
              <a:sym typeface="Arial"/>
            </a:endParaRPr>
          </a:p>
        </p:txBody>
      </p:sp>
      <p:sp>
        <p:nvSpPr>
          <p:cNvPr id="181" name="Google Shape;181;p14"/>
          <p:cNvSpPr txBox="1"/>
          <p:nvPr/>
        </p:nvSpPr>
        <p:spPr>
          <a:xfrm>
            <a:off x="5020075" y="786931"/>
            <a:ext cx="4216500" cy="35094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■BOX</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枠連</a:t>
            </a:r>
            <a:r>
              <a:rPr lang="en-US" sz="1000">
                <a:solidFill>
                  <a:schemeClr val="dk1"/>
                </a:solidFill>
              </a:rPr>
              <a:t>：</a:t>
            </a:r>
            <a:r>
              <a:rPr lang="en-US" sz="1000" b="0" i="0" u="none" strike="noStrike" cap="none">
                <a:solidFill>
                  <a:schemeClr val="dk1"/>
                </a:solidFill>
                <a:latin typeface="Arial"/>
                <a:ea typeface="Arial"/>
                <a:cs typeface="Arial"/>
                <a:sym typeface="Arial"/>
              </a:rPr>
              <a:t>b3_c2_{kaime1}</a:t>
            </a:r>
            <a:endParaRPr sz="1400" b="0" i="0" u="none" strike="noStrike" cap="none">
              <a:solidFill>
                <a:srgbClr val="000000"/>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馬連</a:t>
            </a:r>
            <a:r>
              <a:rPr lang="en-US" sz="1000">
                <a:solidFill>
                  <a:schemeClr val="dk1"/>
                </a:solidFill>
              </a:rPr>
              <a:t>：</a:t>
            </a:r>
            <a:r>
              <a:rPr lang="en-US" sz="1000" b="0" i="0" u="none" strike="noStrike" cap="none">
                <a:solidFill>
                  <a:schemeClr val="dk1"/>
                </a:solidFill>
                <a:latin typeface="Arial"/>
                <a:ea typeface="Arial"/>
                <a:cs typeface="Arial"/>
                <a:sym typeface="Arial"/>
              </a:rPr>
              <a:t>b4_c2_{kaime1}</a:t>
            </a:r>
            <a:endParaRPr sz="1400" b="0" i="0" u="none" strike="noStrike" cap="none">
              <a:solidFill>
                <a:srgbClr val="000000"/>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ワイド</a:t>
            </a:r>
            <a:r>
              <a:rPr lang="en-US" sz="1000">
                <a:solidFill>
                  <a:schemeClr val="dk1"/>
                </a:solidFill>
              </a:rPr>
              <a:t>：</a:t>
            </a:r>
            <a:r>
              <a:rPr lang="en-US" sz="1000" b="0" i="0" u="none" strike="noStrike" cap="none">
                <a:solidFill>
                  <a:schemeClr val="dk1"/>
                </a:solidFill>
                <a:latin typeface="Arial"/>
                <a:ea typeface="Arial"/>
                <a:cs typeface="Arial"/>
                <a:sym typeface="Arial"/>
              </a:rPr>
              <a:t>b5_c2_{kaime1}</a:t>
            </a:r>
            <a:endParaRPr sz="1400" b="0" i="0" u="none" strike="noStrike" cap="none">
              <a:solidFill>
                <a:srgbClr val="000000"/>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馬単</a:t>
            </a:r>
            <a:r>
              <a:rPr lang="en-US" sz="1000">
                <a:solidFill>
                  <a:schemeClr val="dk1"/>
                </a:solidFill>
              </a:rPr>
              <a:t>：</a:t>
            </a:r>
            <a:r>
              <a:rPr lang="en-US" sz="1000" b="0" i="0" u="none" strike="noStrike" cap="none">
                <a:solidFill>
                  <a:schemeClr val="dk1"/>
                </a:solidFill>
                <a:latin typeface="Arial"/>
                <a:ea typeface="Arial"/>
                <a:cs typeface="Arial"/>
                <a:sym typeface="Arial"/>
              </a:rPr>
              <a:t>b6_c2_{kaime1}</a:t>
            </a:r>
            <a:endParaRPr sz="1400" b="0" i="0" u="none" strike="noStrike" cap="none">
              <a:solidFill>
                <a:srgbClr val="000000"/>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3連複</a:t>
            </a:r>
            <a:r>
              <a:rPr lang="en-US" sz="1000">
                <a:solidFill>
                  <a:schemeClr val="dk1"/>
                </a:solidFill>
              </a:rPr>
              <a:t>：</a:t>
            </a:r>
            <a:r>
              <a:rPr lang="en-US" sz="1000" b="0" i="0" u="none" strike="noStrike" cap="none">
                <a:solidFill>
                  <a:schemeClr val="dk1"/>
                </a:solidFill>
                <a:latin typeface="Arial"/>
                <a:ea typeface="Arial"/>
                <a:cs typeface="Arial"/>
                <a:sym typeface="Arial"/>
              </a:rPr>
              <a:t>b7_c2_{kaime1}</a:t>
            </a:r>
            <a:endParaRPr sz="1400" b="0" i="0" u="none" strike="noStrike" cap="none">
              <a:solidFill>
                <a:srgbClr val="000000"/>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3連単</a:t>
            </a:r>
            <a:r>
              <a:rPr lang="en-US" sz="1000">
                <a:solidFill>
                  <a:schemeClr val="dk1"/>
                </a:solidFill>
              </a:rPr>
              <a:t>：</a:t>
            </a:r>
            <a:r>
              <a:rPr lang="en-US" sz="1000" b="0" i="0" u="none" strike="noStrike" cap="none">
                <a:solidFill>
                  <a:schemeClr val="dk1"/>
                </a:solidFill>
                <a:latin typeface="Arial"/>
                <a:ea typeface="Arial"/>
                <a:cs typeface="Arial"/>
                <a:sym typeface="Arial"/>
              </a:rPr>
              <a:t>b8_c2_{kaime1}</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45720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※bet_money = bet_money</a:t>
            </a:r>
            <a:endParaRPr sz="1000" b="0" i="0" u="none" strike="noStrike" cap="none">
              <a:solidFill>
                <a:schemeClr val="dk1"/>
              </a:solidFill>
              <a:latin typeface="Arial"/>
              <a:ea typeface="Arial"/>
              <a:cs typeface="Arial"/>
              <a:sym typeface="Arial"/>
            </a:endParaRPr>
          </a:p>
          <a:p>
            <a:pPr marL="0" marR="0" lvl="0" indent="45720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※bet_money_total = bet_money_total * bet_count</a:t>
            </a: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■フォーメーション</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枠連</a:t>
            </a:r>
            <a:r>
              <a:rPr lang="en-US" sz="1000">
                <a:solidFill>
                  <a:schemeClr val="dk1"/>
                </a:solidFill>
              </a:rPr>
              <a:t>：</a:t>
            </a:r>
            <a:r>
              <a:rPr lang="en-US" sz="1000" b="0" i="0" u="none" strike="noStrike" cap="none">
                <a:solidFill>
                  <a:schemeClr val="dk1"/>
                </a:solidFill>
                <a:latin typeface="Arial"/>
                <a:ea typeface="Arial"/>
                <a:cs typeface="Arial"/>
                <a:sym typeface="Arial"/>
              </a:rPr>
              <a:t>b3_c1_{kaime1}_{kaime2}</a:t>
            </a:r>
            <a:endParaRPr sz="1400" b="0" i="0" u="none" strike="noStrike" cap="none">
              <a:solidFill>
                <a:srgbClr val="000000"/>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馬連</a:t>
            </a:r>
            <a:r>
              <a:rPr lang="en-US" sz="1000">
                <a:solidFill>
                  <a:schemeClr val="dk1"/>
                </a:solidFill>
              </a:rPr>
              <a:t>：</a:t>
            </a:r>
            <a:r>
              <a:rPr lang="en-US" sz="1000" b="0" i="0" u="none" strike="noStrike" cap="none">
                <a:solidFill>
                  <a:schemeClr val="dk1"/>
                </a:solidFill>
                <a:latin typeface="Arial"/>
                <a:ea typeface="Arial"/>
                <a:cs typeface="Arial"/>
                <a:sym typeface="Arial"/>
              </a:rPr>
              <a:t>b4_c1_{kaime1}_{kaime2}</a:t>
            </a:r>
            <a:endParaRPr sz="1400" b="0" i="0" u="none" strike="noStrike" cap="none">
              <a:solidFill>
                <a:srgbClr val="000000"/>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ワイド</a:t>
            </a:r>
            <a:r>
              <a:rPr lang="en-US" sz="1000">
                <a:solidFill>
                  <a:schemeClr val="dk1"/>
                </a:solidFill>
              </a:rPr>
              <a:t>：</a:t>
            </a:r>
            <a:r>
              <a:rPr lang="en-US" sz="1000" b="0" i="0" u="none" strike="noStrike" cap="none">
                <a:solidFill>
                  <a:schemeClr val="dk1"/>
                </a:solidFill>
                <a:latin typeface="Arial"/>
                <a:ea typeface="Arial"/>
                <a:cs typeface="Arial"/>
                <a:sym typeface="Arial"/>
              </a:rPr>
              <a:t>b5_c1_{kaime1}_{kaime2}</a:t>
            </a:r>
            <a:endParaRPr sz="1400" b="0" i="0" u="none" strike="noStrike" cap="none">
              <a:solidFill>
                <a:srgbClr val="000000"/>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馬単</a:t>
            </a:r>
            <a:r>
              <a:rPr lang="en-US" sz="1000">
                <a:solidFill>
                  <a:schemeClr val="dk1"/>
                </a:solidFill>
              </a:rPr>
              <a:t>：</a:t>
            </a:r>
            <a:r>
              <a:rPr lang="en-US" sz="1000" b="0" i="0" u="none" strike="noStrike" cap="none">
                <a:solidFill>
                  <a:schemeClr val="dk1"/>
                </a:solidFill>
                <a:latin typeface="Arial"/>
                <a:ea typeface="Arial"/>
                <a:cs typeface="Arial"/>
                <a:sym typeface="Arial"/>
              </a:rPr>
              <a:t>b6_c1_{kaime1}_{kaime2}</a:t>
            </a:r>
            <a:endParaRPr sz="1400" b="0" i="0" u="none" strike="noStrike" cap="none">
              <a:solidFill>
                <a:srgbClr val="000000"/>
              </a:solidFill>
              <a:latin typeface="Arial"/>
              <a:ea typeface="Arial"/>
              <a:cs typeface="Arial"/>
              <a:sym typeface="Arial"/>
            </a:endParaRPr>
          </a:p>
          <a:p>
            <a:pPr marL="457200" marR="0" lvl="0" indent="0" algn="l" rtl="0">
              <a:lnSpc>
                <a:spcPct val="90000"/>
              </a:lnSpc>
              <a:spcBef>
                <a:spcPts val="0"/>
              </a:spcBef>
              <a:spcAft>
                <a:spcPts val="0"/>
              </a:spcAft>
              <a:buNone/>
            </a:pPr>
            <a:endParaRPr sz="1000" b="0" i="0" u="none" strike="noStrike" cap="none">
              <a:solidFill>
                <a:schemeClr val="dk1"/>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3連複</a:t>
            </a:r>
            <a:r>
              <a:rPr lang="en-US" sz="1000">
                <a:solidFill>
                  <a:schemeClr val="dk1"/>
                </a:solidFill>
              </a:rPr>
              <a:t>：</a:t>
            </a:r>
            <a:r>
              <a:rPr lang="en-US" sz="1000" b="0" i="0" u="none" strike="noStrike" cap="none">
                <a:solidFill>
                  <a:schemeClr val="dk1"/>
                </a:solidFill>
                <a:latin typeface="Arial"/>
                <a:ea typeface="Arial"/>
                <a:cs typeface="Arial"/>
                <a:sym typeface="Arial"/>
              </a:rPr>
              <a:t>b7_c1_{kaime1}_{kaime2}_{kaime3}</a:t>
            </a:r>
            <a:endParaRPr sz="1400" b="0" i="0" u="none" strike="noStrike" cap="none">
              <a:solidFill>
                <a:srgbClr val="000000"/>
              </a:solidFill>
              <a:latin typeface="Arial"/>
              <a:ea typeface="Arial"/>
              <a:cs typeface="Arial"/>
              <a:sym typeface="Arial"/>
            </a:endParaRPr>
          </a:p>
          <a:p>
            <a:pPr marL="457200" marR="0" lvl="0" indent="-292100" algn="l" rtl="0">
              <a:lnSpc>
                <a:spcPct val="90000"/>
              </a:lnSpc>
              <a:spcBef>
                <a:spcPts val="0"/>
              </a:spcBef>
              <a:spcAft>
                <a:spcPts val="0"/>
              </a:spcAft>
              <a:buClr>
                <a:schemeClr val="dk1"/>
              </a:buClr>
              <a:buSzPts val="1000"/>
              <a:buFont typeface="Arial"/>
              <a:buChar char="●"/>
            </a:pPr>
            <a:r>
              <a:rPr lang="en-US" sz="1000" b="0" i="0" u="none" strike="noStrike" cap="none">
                <a:solidFill>
                  <a:schemeClr val="dk1"/>
                </a:solidFill>
                <a:latin typeface="Arial"/>
                <a:ea typeface="Arial"/>
                <a:cs typeface="Arial"/>
                <a:sym typeface="Arial"/>
              </a:rPr>
              <a:t>3連単</a:t>
            </a:r>
            <a:r>
              <a:rPr lang="en-US" sz="1000">
                <a:solidFill>
                  <a:schemeClr val="dk1"/>
                </a:solidFill>
              </a:rPr>
              <a:t>：</a:t>
            </a:r>
            <a:r>
              <a:rPr lang="en-US" sz="1000" b="0" i="0" u="none" strike="noStrike" cap="none">
                <a:solidFill>
                  <a:schemeClr val="dk1"/>
                </a:solidFill>
                <a:latin typeface="Arial"/>
                <a:ea typeface="Arial"/>
                <a:cs typeface="Arial"/>
                <a:sym typeface="Arial"/>
              </a:rPr>
              <a:t>b8_c1_{kaime1}_{kaime2}_{kaime3}</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45720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※bet_money = bet_money</a:t>
            </a:r>
            <a:endParaRPr sz="1000" b="0" i="0" u="none" strike="noStrike" cap="none">
              <a:solidFill>
                <a:schemeClr val="dk1"/>
              </a:solidFill>
              <a:latin typeface="Arial"/>
              <a:ea typeface="Arial"/>
              <a:cs typeface="Arial"/>
              <a:sym typeface="Arial"/>
            </a:endParaRPr>
          </a:p>
          <a:p>
            <a:pPr marL="0" marR="0" lvl="0" indent="45720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※bet_money_total = bet_money_total * bet_count</a:t>
            </a:r>
            <a:endParaRPr sz="1000" b="0" i="0" u="none" strike="noStrike" cap="non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g36dabcc8b32_1_26"/>
          <p:cNvSpPr txBox="1"/>
          <p:nvPr/>
        </p:nvSpPr>
        <p:spPr>
          <a:xfrm>
            <a:off x="573375" y="174900"/>
            <a:ext cx="1960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g36dabcc8b32_1_26"/>
          <p:cNvSpPr txBox="1"/>
          <p:nvPr/>
        </p:nvSpPr>
        <p:spPr>
          <a:xfrm>
            <a:off x="748193" y="841979"/>
            <a:ext cx="7659600" cy="35094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90000"/>
              </a:lnSpc>
              <a:spcBef>
                <a:spcPts val="0"/>
              </a:spcBef>
              <a:spcAft>
                <a:spcPts val="0"/>
              </a:spcAft>
              <a:buClr>
                <a:schemeClr val="dk1"/>
              </a:buClr>
              <a:buSzPts val="1500"/>
              <a:buFont typeface="Arial"/>
              <a:buChar char="●"/>
            </a:pPr>
            <a:r>
              <a:rPr lang="en-US" sz="1500" b="0" i="0" u="none" strike="noStrike" cap="none">
                <a:solidFill>
                  <a:schemeClr val="dk1"/>
                </a:solidFill>
                <a:latin typeface="Arial"/>
                <a:ea typeface="Arial"/>
                <a:cs typeface="Arial"/>
                <a:sym typeface="Arial"/>
              </a:rPr>
              <a:t>1レース1ファイル。同レースをアップロードされた場合、以前の投票は全て上書きされます。買い目の追加にはなりません。</a:t>
            </a:r>
            <a:endParaRPr sz="1500" b="0" i="0" u="none" strike="noStrike" cap="none">
              <a:solidFill>
                <a:schemeClr val="dk1"/>
              </a:solidFill>
              <a:latin typeface="Arial"/>
              <a:ea typeface="Arial"/>
              <a:cs typeface="Arial"/>
              <a:sym typeface="Arial"/>
            </a:endParaRPr>
          </a:p>
          <a:p>
            <a:pPr marL="457200" marR="0" lvl="0" indent="-323850" algn="l" rtl="0">
              <a:lnSpc>
                <a:spcPct val="90000"/>
              </a:lnSpc>
              <a:spcBef>
                <a:spcPts val="0"/>
              </a:spcBef>
              <a:spcAft>
                <a:spcPts val="0"/>
              </a:spcAft>
              <a:buClr>
                <a:schemeClr val="dk1"/>
              </a:buClr>
              <a:buSzPts val="1500"/>
              <a:buFont typeface="Arial"/>
              <a:buChar char="●"/>
            </a:pPr>
            <a:r>
              <a:rPr lang="en-US" sz="1500" b="0" i="0" u="none" strike="noStrike" cap="none">
                <a:solidFill>
                  <a:schemeClr val="dk1"/>
                </a:solidFill>
                <a:latin typeface="Arial"/>
                <a:ea typeface="Arial"/>
                <a:cs typeface="Arial"/>
                <a:sym typeface="Arial"/>
              </a:rPr>
              <a:t>同時に複数のレース分、アップロード可能です。</a:t>
            </a:r>
            <a:endParaRPr sz="1500" b="0" i="0" u="none" strike="noStrike" cap="none">
              <a:solidFill>
                <a:schemeClr val="dk1"/>
              </a:solidFill>
              <a:latin typeface="Arial"/>
              <a:ea typeface="Arial"/>
              <a:cs typeface="Arial"/>
              <a:sym typeface="Arial"/>
            </a:endParaRPr>
          </a:p>
          <a:p>
            <a:pPr marL="457200" marR="0" lvl="0" indent="0" algn="l" rtl="0">
              <a:lnSpc>
                <a:spcPct val="90000"/>
              </a:lnSpc>
              <a:spcBef>
                <a:spcPts val="0"/>
              </a:spcBef>
              <a:spcAft>
                <a:spcPts val="0"/>
              </a:spcAft>
              <a:buNone/>
            </a:pPr>
            <a:endParaRPr sz="1500" b="0" i="0" u="none" strike="noStrike" cap="none">
              <a:solidFill>
                <a:schemeClr val="dk1"/>
              </a:solidFill>
              <a:latin typeface="Arial"/>
              <a:ea typeface="Arial"/>
              <a:cs typeface="Arial"/>
              <a:sym typeface="Arial"/>
            </a:endParaRPr>
          </a:p>
          <a:p>
            <a:pPr marL="457200" marR="0" lvl="0" indent="-323850" algn="l" rtl="0">
              <a:lnSpc>
                <a:spcPct val="90000"/>
              </a:lnSpc>
              <a:spcBef>
                <a:spcPts val="0"/>
              </a:spcBef>
              <a:spcAft>
                <a:spcPts val="0"/>
              </a:spcAft>
              <a:buClr>
                <a:schemeClr val="dk1"/>
              </a:buClr>
              <a:buSzPts val="1500"/>
              <a:buFont typeface="Arial"/>
              <a:buChar char="●"/>
            </a:pPr>
            <a:r>
              <a:rPr lang="en-US" sz="1500" b="0" i="0" u="none" strike="noStrike" cap="none">
                <a:solidFill>
                  <a:schemeClr val="dk1"/>
                </a:solidFill>
                <a:latin typeface="Arial"/>
                <a:ea typeface="Arial"/>
                <a:cs typeface="Arial"/>
                <a:sym typeface="Arial"/>
              </a:rPr>
              <a:t>◎(本命馬)は必須です。ランキングでも使用いたします。</a:t>
            </a:r>
            <a:endParaRPr sz="1500" b="0" i="0" u="none" strike="noStrike" cap="none">
              <a:solidFill>
                <a:schemeClr val="dk1"/>
              </a:solidFill>
              <a:latin typeface="Arial"/>
              <a:ea typeface="Arial"/>
              <a:cs typeface="Arial"/>
              <a:sym typeface="Arial"/>
            </a:endParaRPr>
          </a:p>
          <a:p>
            <a:pPr marL="457200" marR="0" lvl="0" indent="0" algn="l" rtl="0">
              <a:lnSpc>
                <a:spcPct val="90000"/>
              </a:lnSpc>
              <a:spcBef>
                <a:spcPts val="0"/>
              </a:spcBef>
              <a:spcAft>
                <a:spcPts val="0"/>
              </a:spcAft>
              <a:buNone/>
            </a:pPr>
            <a:endParaRPr sz="1500" b="0" i="0" u="none" strike="noStrike" cap="none">
              <a:solidFill>
                <a:schemeClr val="dk1"/>
              </a:solidFill>
              <a:latin typeface="Arial"/>
              <a:ea typeface="Arial"/>
              <a:cs typeface="Arial"/>
              <a:sym typeface="Arial"/>
            </a:endParaRPr>
          </a:p>
          <a:p>
            <a:pPr marL="457200" marR="0" lvl="0" indent="-323850" algn="l" rtl="0">
              <a:lnSpc>
                <a:spcPct val="90000"/>
              </a:lnSpc>
              <a:spcBef>
                <a:spcPts val="0"/>
              </a:spcBef>
              <a:spcAft>
                <a:spcPts val="0"/>
              </a:spcAft>
              <a:buClr>
                <a:schemeClr val="dk1"/>
              </a:buClr>
              <a:buSzPts val="1500"/>
              <a:buFont typeface="Arial"/>
              <a:buChar char="●"/>
            </a:pPr>
            <a:r>
              <a:rPr lang="en-US" sz="1500" b="0" i="0" u="none" strike="noStrike" cap="none">
                <a:solidFill>
                  <a:schemeClr val="dk1"/>
                </a:solidFill>
                <a:latin typeface="Arial"/>
                <a:ea typeface="Arial"/>
                <a:cs typeface="Arial"/>
                <a:sym typeface="Arial"/>
              </a:rPr>
              <a:t>最大点数の200点は買い目展開後の点数です。買い目形式の件数ではありません。</a:t>
            </a:r>
            <a:endParaRPr sz="1500">
              <a:solidFill>
                <a:schemeClr val="dk1"/>
              </a:solidFill>
            </a:endParaRPr>
          </a:p>
          <a:p>
            <a:pPr marL="914400" marR="0" lvl="1" indent="-323850" algn="l" rtl="0">
              <a:lnSpc>
                <a:spcPct val="90000"/>
              </a:lnSpc>
              <a:spcBef>
                <a:spcPts val="0"/>
              </a:spcBef>
              <a:spcAft>
                <a:spcPts val="0"/>
              </a:spcAft>
              <a:buClr>
                <a:schemeClr val="dk1"/>
              </a:buClr>
              <a:buSzPts val="1500"/>
              <a:buFont typeface="Arial"/>
              <a:buChar char="○"/>
            </a:pPr>
            <a:r>
              <a:rPr lang="en-US" sz="1500" b="0" i="0" u="none" strike="noStrike" cap="none">
                <a:solidFill>
                  <a:schemeClr val="dk1"/>
                </a:solidFill>
                <a:latin typeface="Arial"/>
                <a:ea typeface="Arial"/>
                <a:cs typeface="Arial"/>
                <a:sym typeface="Arial"/>
              </a:rPr>
              <a:t>1件：64点のフォーメーション　→　○64点　×1点</a:t>
            </a:r>
            <a:endParaRPr sz="1500" b="0" i="0" u="none" strike="noStrike" cap="none">
              <a:solidFill>
                <a:schemeClr val="dk1"/>
              </a:solidFill>
              <a:latin typeface="Arial"/>
              <a:ea typeface="Arial"/>
              <a:cs typeface="Arial"/>
              <a:sym typeface="Arial"/>
            </a:endParaRPr>
          </a:p>
          <a:p>
            <a:pPr marL="457200" marR="0" lvl="0" indent="0" algn="l" rtl="0">
              <a:lnSpc>
                <a:spcPct val="90000"/>
              </a:lnSpc>
              <a:spcBef>
                <a:spcPts val="0"/>
              </a:spcBef>
              <a:spcAft>
                <a:spcPts val="0"/>
              </a:spcAft>
              <a:buNone/>
            </a:pPr>
            <a:endParaRPr sz="1500" b="0" i="0" u="none" strike="noStrike" cap="none">
              <a:solidFill>
                <a:schemeClr val="dk1"/>
              </a:solidFill>
              <a:latin typeface="Arial"/>
              <a:ea typeface="Arial"/>
              <a:cs typeface="Arial"/>
              <a:sym typeface="Arial"/>
            </a:endParaRPr>
          </a:p>
          <a:p>
            <a:pPr marL="457200" marR="0" lvl="0" indent="-323850" algn="l" rtl="0">
              <a:lnSpc>
                <a:spcPct val="90000"/>
              </a:lnSpc>
              <a:spcBef>
                <a:spcPts val="0"/>
              </a:spcBef>
              <a:spcAft>
                <a:spcPts val="0"/>
              </a:spcAft>
              <a:buClr>
                <a:schemeClr val="dk1"/>
              </a:buClr>
              <a:buSzPts val="1500"/>
              <a:buFont typeface="Arial"/>
              <a:buChar char="●"/>
            </a:pPr>
            <a:r>
              <a:rPr lang="en-US" sz="1500" b="0" i="0" u="none" strike="noStrike" cap="none">
                <a:solidFill>
                  <a:schemeClr val="dk1"/>
                </a:solidFill>
                <a:latin typeface="Arial"/>
                <a:ea typeface="Arial"/>
                <a:cs typeface="Arial"/>
                <a:sym typeface="Arial"/>
              </a:rPr>
              <a:t>存在しない馬番を入力された場合、金額の過不足、買い目点数オーバー、枠番確定前での予想登録など、データに不備がある場合予想の登録はできません。</a:t>
            </a:r>
            <a:endParaRPr sz="1500">
              <a:solidFill>
                <a:schemeClr val="dk1"/>
              </a:solidFill>
            </a:endParaRPr>
          </a:p>
          <a:p>
            <a:pPr marL="457200" marR="0" lvl="0" indent="-323850" algn="l" rtl="0">
              <a:lnSpc>
                <a:spcPct val="90000"/>
              </a:lnSpc>
              <a:spcBef>
                <a:spcPts val="0"/>
              </a:spcBef>
              <a:spcAft>
                <a:spcPts val="0"/>
              </a:spcAft>
              <a:buClr>
                <a:schemeClr val="dk1"/>
              </a:buClr>
              <a:buSzPts val="1500"/>
              <a:buFont typeface="Arial"/>
              <a:buChar char="●"/>
            </a:pPr>
            <a:r>
              <a:rPr lang="en-US" sz="1500" b="0" i="0" u="none" strike="noStrike" cap="none">
                <a:solidFill>
                  <a:schemeClr val="dk1"/>
                </a:solidFill>
                <a:latin typeface="Arial"/>
                <a:ea typeface="Arial"/>
                <a:cs typeface="Arial"/>
                <a:sym typeface="Arial"/>
              </a:rPr>
              <a:t>※画面にて登録できない理由は画面に表示されます。</a:t>
            </a:r>
            <a:endParaRPr sz="1500" b="0" i="0" u="none" strike="noStrike" cap="none">
              <a:solidFill>
                <a:schemeClr val="dk1"/>
              </a:solidFill>
              <a:latin typeface="Arial"/>
              <a:ea typeface="Arial"/>
              <a:cs typeface="Arial"/>
              <a:sym typeface="Arial"/>
            </a:endParaRPr>
          </a:p>
          <a:p>
            <a:pPr marL="457200" marR="0" lvl="0" indent="0" algn="l" rtl="0">
              <a:lnSpc>
                <a:spcPct val="90000"/>
              </a:lnSpc>
              <a:spcBef>
                <a:spcPts val="0"/>
              </a:spcBef>
              <a:spcAft>
                <a:spcPts val="0"/>
              </a:spcAft>
              <a:buNone/>
            </a:pPr>
            <a:endParaRPr sz="1500" b="0" i="0" u="none" strike="noStrike" cap="none">
              <a:solidFill>
                <a:schemeClr val="dk1"/>
              </a:solidFill>
              <a:latin typeface="Arial"/>
              <a:ea typeface="Arial"/>
              <a:cs typeface="Arial"/>
              <a:sym typeface="Arial"/>
            </a:endParaRPr>
          </a:p>
          <a:p>
            <a:pPr marL="457200" marR="0" lvl="0" indent="-323850" algn="l" rtl="0">
              <a:lnSpc>
                <a:spcPct val="90000"/>
              </a:lnSpc>
              <a:spcBef>
                <a:spcPts val="0"/>
              </a:spcBef>
              <a:spcAft>
                <a:spcPts val="0"/>
              </a:spcAft>
              <a:buClr>
                <a:schemeClr val="dk1"/>
              </a:buClr>
              <a:buSzPts val="1500"/>
              <a:buFont typeface="Arial"/>
              <a:buChar char="●"/>
            </a:pPr>
            <a:r>
              <a:rPr lang="en-US" sz="1500" b="0" i="0" u="none" strike="noStrike" cap="none">
                <a:solidFill>
                  <a:schemeClr val="dk1"/>
                </a:solidFill>
                <a:latin typeface="Arial"/>
                <a:ea typeface="Arial"/>
                <a:cs typeface="Arial"/>
                <a:sym typeface="Arial"/>
              </a:rPr>
              <a:t>枠連・馬連・ワイド・3連複の場合、数字の小さい方が前に来るようにソートをお願いいたします。</a:t>
            </a:r>
            <a:endParaRPr sz="1500">
              <a:solidFill>
                <a:schemeClr val="dk1"/>
              </a:solidFill>
            </a:endParaRPr>
          </a:p>
          <a:p>
            <a:pPr marL="914400" marR="0" lvl="1" indent="-323850" algn="l" rtl="0">
              <a:lnSpc>
                <a:spcPct val="90000"/>
              </a:lnSpc>
              <a:spcBef>
                <a:spcPts val="0"/>
              </a:spcBef>
              <a:spcAft>
                <a:spcPts val="0"/>
              </a:spcAft>
              <a:buClr>
                <a:schemeClr val="dk1"/>
              </a:buClr>
              <a:buSzPts val="1500"/>
              <a:buFont typeface="Arial"/>
              <a:buChar char="○"/>
            </a:pPr>
            <a:r>
              <a:rPr lang="en-US" sz="1500">
                <a:solidFill>
                  <a:schemeClr val="dk1"/>
                </a:solidFill>
              </a:rPr>
              <a:t>◯</a:t>
            </a:r>
            <a:r>
              <a:rPr lang="en-US" sz="1500" b="0" i="0" u="none" strike="noStrike" cap="none">
                <a:solidFill>
                  <a:schemeClr val="dk1"/>
                </a:solidFill>
                <a:latin typeface="Arial"/>
                <a:ea typeface="Arial"/>
                <a:cs typeface="Arial"/>
                <a:sym typeface="Arial"/>
              </a:rPr>
              <a:t>馬連8-14</a:t>
            </a:r>
            <a:r>
              <a:rPr lang="en-US" sz="1500">
                <a:solidFill>
                  <a:schemeClr val="dk1"/>
                </a:solidFill>
              </a:rPr>
              <a:t> , </a:t>
            </a:r>
            <a:r>
              <a:rPr lang="en-US" sz="1500" b="0" i="0" u="none" strike="noStrike" cap="none">
                <a:solidFill>
                  <a:schemeClr val="dk1"/>
                </a:solidFill>
                <a:latin typeface="Arial"/>
                <a:ea typeface="Arial"/>
                <a:cs typeface="Arial"/>
                <a:sym typeface="Arial"/>
              </a:rPr>
              <a:t>×馬連14-8</a:t>
            </a:r>
            <a:endParaRPr sz="1400" b="0" i="0" u="none" strike="noStrike" cap="none">
              <a:solidFill>
                <a:srgbClr val="000000"/>
              </a:solidFill>
              <a:latin typeface="Arial"/>
              <a:ea typeface="Arial"/>
              <a:cs typeface="Arial"/>
              <a:sym typeface="Arial"/>
            </a:endParaRPr>
          </a:p>
        </p:txBody>
      </p:sp>
      <p:sp>
        <p:nvSpPr>
          <p:cNvPr id="188" name="Google Shape;188;g36dabcc8b32_1_26"/>
          <p:cNvSpPr txBox="1"/>
          <p:nvPr/>
        </p:nvSpPr>
        <p:spPr>
          <a:xfrm>
            <a:off x="573363" y="268209"/>
            <a:ext cx="5808600" cy="306900"/>
          </a:xfrm>
          <a:prstGeom prst="rect">
            <a:avLst/>
          </a:prstGeom>
          <a:noFill/>
          <a:ln>
            <a:noFill/>
          </a:ln>
        </p:spPr>
        <p:txBody>
          <a:bodyPr spcFirstLastPara="1" wrap="square" lIns="102825" tIns="51400" rIns="102825" bIns="51400" anchor="ctr" anchorCtr="0">
            <a:noAutofit/>
          </a:bodyPr>
          <a:lstStyle/>
          <a:p>
            <a:pPr marL="0" marR="0" lvl="0" indent="0" algn="l" rtl="0">
              <a:lnSpc>
                <a:spcPct val="9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買い目ファイル注意事項</a:t>
            </a:r>
            <a:endParaRPr sz="2000" b="1"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6"/>
          <p:cNvSpPr txBox="1"/>
          <p:nvPr/>
        </p:nvSpPr>
        <p:spPr>
          <a:xfrm>
            <a:off x="573375" y="174900"/>
            <a:ext cx="1960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16"/>
          <p:cNvSpPr txBox="1"/>
          <p:nvPr/>
        </p:nvSpPr>
        <p:spPr>
          <a:xfrm>
            <a:off x="573363" y="268209"/>
            <a:ext cx="5808518" cy="306900"/>
          </a:xfrm>
          <a:prstGeom prst="rect">
            <a:avLst/>
          </a:prstGeom>
          <a:noFill/>
          <a:ln>
            <a:noFill/>
          </a:ln>
        </p:spPr>
        <p:txBody>
          <a:bodyPr spcFirstLastPara="1" wrap="square" lIns="102825" tIns="51400" rIns="102825" bIns="51400" anchor="ctr" anchorCtr="0">
            <a:noAutofit/>
          </a:bodyPr>
          <a:lstStyle/>
          <a:p>
            <a:pPr marL="0" marR="0" lvl="0" indent="0" algn="l" rtl="0">
              <a:lnSpc>
                <a:spcPct val="9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買い目形式サンプル</a:t>
            </a:r>
            <a:endParaRPr sz="2000" b="1" i="0" u="none" strike="noStrike" cap="none">
              <a:solidFill>
                <a:srgbClr val="000000"/>
              </a:solidFill>
              <a:latin typeface="Arial"/>
              <a:ea typeface="Arial"/>
              <a:cs typeface="Arial"/>
              <a:sym typeface="Arial"/>
            </a:endParaRPr>
          </a:p>
        </p:txBody>
      </p:sp>
      <p:sp>
        <p:nvSpPr>
          <p:cNvPr id="195" name="Google Shape;195;p16"/>
          <p:cNvSpPr txBox="1"/>
          <p:nvPr/>
        </p:nvSpPr>
        <p:spPr>
          <a:xfrm>
            <a:off x="401286" y="786921"/>
            <a:ext cx="3823800" cy="3786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 ■バラ買いサンプル</a:t>
            </a:r>
            <a:endParaRPr sz="1000" b="1"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[mark]</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1:4</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2:7</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3:2</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4:10</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[bet]</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b8_c0_1_2_3:50000</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b8_c0_4_7_10:10000</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b8_c0_4_2_7:10000</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b8_c0_4_1_7:10000</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b8_c0_4_8_7:10000</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sngStrike" cap="none">
              <a:solidFill>
                <a:srgbClr val="0C5ADB"/>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○：7</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△：10</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3連単1-2-3：50000円</a:t>
            </a: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3連単4-7-10：10000円</a:t>
            </a: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3連単4-2-7：10000円</a:t>
            </a: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3連単4-1-7：10000円</a:t>
            </a: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3連単4-8-7：10000円</a:t>
            </a:r>
            <a:endParaRPr sz="1000" b="0" i="0" u="none" strike="noStrike" cap="none">
              <a:solidFill>
                <a:schemeClr val="dk1"/>
              </a:solidFill>
              <a:latin typeface="Arial"/>
              <a:ea typeface="Arial"/>
              <a:cs typeface="Arial"/>
              <a:sym typeface="Arial"/>
            </a:endParaRPr>
          </a:p>
        </p:txBody>
      </p:sp>
      <p:sp>
        <p:nvSpPr>
          <p:cNvPr id="196" name="Google Shape;196;p16"/>
          <p:cNvSpPr txBox="1"/>
          <p:nvPr/>
        </p:nvSpPr>
        <p:spPr>
          <a:xfrm>
            <a:off x="4918843" y="786921"/>
            <a:ext cx="3823800" cy="21240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 ■流し・BOXサンプル</a:t>
            </a:r>
            <a:endParaRPr sz="1000" b="1"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[mark]</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1:8</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[bet]</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b8_c6_8_6_1-3-4-5-9_1:1000</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b6_c2_1-3-4-6-8:1000</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sng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◎：8</a:t>
            </a:r>
            <a:endParaRPr sz="14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3連単1着8・2着6・3着1,3,4,5,9マルチ：1000円×15点</a:t>
            </a:r>
            <a:endParaRPr sz="10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馬単1,3,4,6,8BOX：1000円×20点</a:t>
            </a:r>
            <a:endParaRPr sz="1000" b="0"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2124</Words>
  <Application>Microsoft Macintosh PowerPoint</Application>
  <PresentationFormat>画面に合わせる (16:9)</PresentationFormat>
  <Paragraphs>371</Paragraphs>
  <Slides>16</Slides>
  <Notes>16</Notes>
  <HiddenSlides>0</HiddenSlides>
  <MMClips>0</MMClips>
  <ScaleCrop>false</ScaleCrop>
  <HeadingPairs>
    <vt:vector size="6" baseType="variant">
      <vt:variant>
        <vt:lpstr>使用されているフォント</vt:lpstr>
      </vt:variant>
      <vt:variant>
        <vt:i4>2</vt:i4>
      </vt:variant>
      <vt:variant>
        <vt:lpstr>テーマ</vt:lpstr>
      </vt:variant>
      <vt:variant>
        <vt:i4>2</vt:i4>
      </vt:variant>
      <vt:variant>
        <vt:lpstr>スライド タイトル</vt:lpstr>
      </vt:variant>
      <vt:variant>
        <vt:i4>16</vt:i4>
      </vt:variant>
    </vt:vector>
  </HeadingPairs>
  <TitlesOfParts>
    <vt:vector size="20" baseType="lpstr">
      <vt:lpstr>MS PGothic</vt:lpstr>
      <vt:lpstr>Arial</vt:lpstr>
      <vt:lpstr>Office テーマ</vt:lpstr>
      <vt:lpstr>Simple Light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APIの概要</vt:lpstr>
      <vt:lpstr>基本的な流れ</vt:lpstr>
      <vt:lpstr>API仕様 (ログイン)</vt:lpstr>
      <vt:lpstr>API仕様 (投票)</vt:lpstr>
      <vt:lpstr>API仕様 (投票内容の確認)</vt:lpstr>
      <vt:lpstr>API仕様 (ログアウト)</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谷 朝陽</cp:lastModifiedBy>
  <cp:revision>1</cp:revision>
  <dcterms:modified xsi:type="dcterms:W3CDTF">2026-07-02T06:50:42Z</dcterms:modified>
</cp:coreProperties>
</file>